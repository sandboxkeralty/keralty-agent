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Montserrat Thin"/>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VBKlCYe0s6yEu/YzrFpmTBd1O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Thin-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MontserratThin-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MontserratThin-bold.fntdata"/><Relationship Id="rId6" Type="http://schemas.openxmlformats.org/officeDocument/2006/relationships/slide" Target="slides/slide2.xml"/><Relationship Id="rId18" Type="http://schemas.openxmlformats.org/officeDocument/2006/relationships/font" Target="fonts/MontserratThin-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p:nvPr>
            <p:ph idx="2" type="pic"/>
          </p:nvPr>
        </p:nvSpPr>
        <p:spPr>
          <a:xfrm>
            <a:off x="5183188" y="987425"/>
            <a:ext cx="6172200" cy="4873625"/>
          </a:xfrm>
          <a:prstGeom prst="rect">
            <a:avLst/>
          </a:prstGeom>
          <a:noFill/>
          <a:ln>
            <a:noFill/>
          </a:ln>
        </p:spPr>
      </p:sp>
      <p:sp>
        <p:nvSpPr>
          <p:cNvPr id="68" name="Google Shape;68;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3.jp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42.png"/><Relationship Id="rId7" Type="http://schemas.openxmlformats.org/officeDocument/2006/relationships/image" Target="../media/image8.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1.png"/><Relationship Id="rId10" Type="http://schemas.openxmlformats.org/officeDocument/2006/relationships/image" Target="../media/image2.png"/><Relationship Id="rId9"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8.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1.png"/><Relationship Id="rId10" Type="http://schemas.openxmlformats.org/officeDocument/2006/relationships/image" Target="../media/image2.png"/><Relationship Id="rId9"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20.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4.png"/><Relationship Id="rId9"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28.png"/><Relationship Id="rId7" Type="http://schemas.openxmlformats.org/officeDocument/2006/relationships/image" Target="../media/image6.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27.png"/><Relationship Id="rId7"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7.png"/><Relationship Id="rId4" Type="http://schemas.openxmlformats.org/officeDocument/2006/relationships/image" Target="../media/image14.png"/><Relationship Id="rId5" Type="http://schemas.openxmlformats.org/officeDocument/2006/relationships/image" Target="../media/image29.png"/><Relationship Id="rId6"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1.jpg"/><Relationship Id="rId4" Type="http://schemas.openxmlformats.org/officeDocument/2006/relationships/image" Target="../media/image30.png"/><Relationship Id="rId5" Type="http://schemas.openxmlformats.org/officeDocument/2006/relationships/image" Target="../media/image14.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4.png"/><Relationship Id="rId5"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1.jpg"/><Relationship Id="rId4" Type="http://schemas.openxmlformats.org/officeDocument/2006/relationships/image" Target="../media/image44.png"/><Relationship Id="rId5" Type="http://schemas.openxmlformats.org/officeDocument/2006/relationships/image" Target="../media/image42.png"/><Relationship Id="rId6" Type="http://schemas.openxmlformats.org/officeDocument/2006/relationships/image" Target="../media/image2.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7.png"/><Relationship Id="rId4" Type="http://schemas.openxmlformats.org/officeDocument/2006/relationships/image" Target="../media/image14.png"/><Relationship Id="rId10" Type="http://schemas.openxmlformats.org/officeDocument/2006/relationships/image" Target="../media/image29.png"/><Relationship Id="rId9" Type="http://schemas.openxmlformats.org/officeDocument/2006/relationships/image" Target="../media/image39.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2.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15649"/>
          <a:stretch/>
        </p:blipFill>
        <p:spPr>
          <a:xfrm flipH="1">
            <a:off x="0" y="0"/>
            <a:ext cx="12195464" cy="6858000"/>
          </a:xfrm>
          <a:prstGeom prst="rect">
            <a:avLst/>
          </a:prstGeom>
          <a:noFill/>
          <a:ln>
            <a:noFill/>
          </a:ln>
        </p:spPr>
      </p:pic>
      <p:pic>
        <p:nvPicPr>
          <p:cNvPr id="89" name="Google Shape;89;p1"/>
          <p:cNvPicPr preferRelativeResize="0"/>
          <p:nvPr/>
        </p:nvPicPr>
        <p:blipFill rotWithShape="1">
          <a:blip r:embed="rId4">
            <a:alphaModFix amt="80000"/>
          </a:blip>
          <a:srcRect b="0" l="0" r="0" t="0"/>
          <a:stretch/>
        </p:blipFill>
        <p:spPr>
          <a:xfrm>
            <a:off x="0" y="1485854"/>
            <a:ext cx="9577454" cy="5386214"/>
          </a:xfrm>
          <a:prstGeom prst="rect">
            <a:avLst/>
          </a:prstGeom>
          <a:noFill/>
          <a:ln>
            <a:noFill/>
          </a:ln>
        </p:spPr>
      </p:pic>
      <p:pic>
        <p:nvPicPr>
          <p:cNvPr id="90" name="Google Shape;90;p1"/>
          <p:cNvPicPr preferRelativeResize="0"/>
          <p:nvPr/>
        </p:nvPicPr>
        <p:blipFill rotWithShape="1">
          <a:blip r:embed="rId5">
            <a:alphaModFix amt="60000"/>
          </a:blip>
          <a:srcRect b="0" l="0" r="0" t="0"/>
          <a:stretch/>
        </p:blipFill>
        <p:spPr>
          <a:xfrm>
            <a:off x="5036234" y="-15290"/>
            <a:ext cx="7155766" cy="6887358"/>
          </a:xfrm>
          <a:prstGeom prst="rect">
            <a:avLst/>
          </a:prstGeom>
          <a:noFill/>
          <a:ln>
            <a:noFill/>
          </a:ln>
        </p:spPr>
      </p:pic>
      <p:pic>
        <p:nvPicPr>
          <p:cNvPr id="91" name="Google Shape;91;p1"/>
          <p:cNvPicPr preferRelativeResize="0"/>
          <p:nvPr/>
        </p:nvPicPr>
        <p:blipFill rotWithShape="1">
          <a:blip r:embed="rId6">
            <a:alphaModFix/>
          </a:blip>
          <a:srcRect b="0" l="0" r="0" t="0"/>
          <a:stretch/>
        </p:blipFill>
        <p:spPr>
          <a:xfrm>
            <a:off x="916072" y="2128729"/>
            <a:ext cx="67729" cy="4154054"/>
          </a:xfrm>
          <a:prstGeom prst="rect">
            <a:avLst/>
          </a:prstGeom>
          <a:noFill/>
          <a:ln>
            <a:noFill/>
          </a:ln>
        </p:spPr>
      </p:pic>
      <p:sp>
        <p:nvSpPr>
          <p:cNvPr id="92" name="Google Shape;92;p1"/>
          <p:cNvSpPr txBox="1"/>
          <p:nvPr/>
        </p:nvSpPr>
        <p:spPr>
          <a:xfrm>
            <a:off x="1636637" y="2131138"/>
            <a:ext cx="5509842" cy="2426305"/>
          </a:xfrm>
          <a:prstGeom prst="rect">
            <a:avLst/>
          </a:prstGeom>
          <a:noFill/>
          <a:ln>
            <a:noFill/>
          </a:ln>
        </p:spPr>
        <p:txBody>
          <a:bodyPr anchorCtr="0" anchor="t" bIns="45700" lIns="91425" spcFirstLastPara="1" rIns="91425" wrap="square" tIns="45700">
            <a:spAutoFit/>
          </a:bodyPr>
          <a:lstStyle/>
          <a:p>
            <a:pPr indent="0" lvl="0" marL="0" marR="0" rtl="0" algn="l">
              <a:lnSpc>
                <a:spcPct val="78782"/>
              </a:lnSpc>
              <a:spcBef>
                <a:spcPts val="0"/>
              </a:spcBef>
              <a:spcAft>
                <a:spcPts val="0"/>
              </a:spcAft>
              <a:buNone/>
            </a:pPr>
            <a:r>
              <a:rPr b="1" i="0" lang="en-US" sz="11500" u="none" cap="none" strike="noStrike">
                <a:solidFill>
                  <a:schemeClr val="lt1"/>
                </a:solidFill>
                <a:latin typeface="Calibri"/>
                <a:ea typeface="Calibri"/>
                <a:cs typeface="Calibri"/>
                <a:sym typeface="Calibri"/>
              </a:rPr>
              <a:t>Título</a:t>
            </a:r>
            <a:endParaRPr/>
          </a:p>
          <a:p>
            <a:pPr indent="0" lvl="0" marL="0" marR="0" rtl="0" algn="l">
              <a:lnSpc>
                <a:spcPct val="78782"/>
              </a:lnSpc>
              <a:spcBef>
                <a:spcPts val="0"/>
              </a:spcBef>
              <a:spcAft>
                <a:spcPts val="0"/>
              </a:spcAft>
              <a:buNone/>
            </a:pPr>
            <a:r>
              <a:rPr b="1" i="0" lang="en-US" sz="11500" u="none" cap="none" strike="noStrike">
                <a:solidFill>
                  <a:schemeClr val="lt1"/>
                </a:solidFill>
                <a:latin typeface="Calibri"/>
                <a:ea typeface="Calibri"/>
                <a:cs typeface="Calibri"/>
                <a:sym typeface="Calibri"/>
              </a:rPr>
              <a:t>Principal</a:t>
            </a:r>
            <a:endParaRPr b="1" i="0" sz="11500" u="none" cap="none" strike="noStrike">
              <a:solidFill>
                <a:schemeClr val="lt1"/>
              </a:solidFill>
              <a:latin typeface="Montserrat Thin"/>
              <a:ea typeface="Montserrat Thin"/>
              <a:cs typeface="Montserrat Thin"/>
              <a:sym typeface="Montserrat Thin"/>
            </a:endParaRPr>
          </a:p>
        </p:txBody>
      </p:sp>
      <p:pic>
        <p:nvPicPr>
          <p:cNvPr id="93" name="Google Shape;93;p1"/>
          <p:cNvPicPr preferRelativeResize="0"/>
          <p:nvPr/>
        </p:nvPicPr>
        <p:blipFill rotWithShape="1">
          <a:blip r:embed="rId7">
            <a:alphaModFix/>
          </a:blip>
          <a:srcRect b="0" l="0" r="0" t="0"/>
          <a:stretch/>
        </p:blipFill>
        <p:spPr>
          <a:xfrm>
            <a:off x="1844453" y="4925206"/>
            <a:ext cx="266700" cy="133350"/>
          </a:xfrm>
          <a:prstGeom prst="rect">
            <a:avLst/>
          </a:prstGeom>
          <a:noFill/>
          <a:ln>
            <a:noFill/>
          </a:ln>
        </p:spPr>
      </p:pic>
      <p:sp>
        <p:nvSpPr>
          <p:cNvPr id="94" name="Google Shape;94;p1"/>
          <p:cNvSpPr txBox="1"/>
          <p:nvPr/>
        </p:nvSpPr>
        <p:spPr>
          <a:xfrm>
            <a:off x="2236941" y="4805455"/>
            <a:ext cx="595109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Lorem Ipsum es simplemente el texto de relleno de las imprentas y archivos de texto. Lorem Ipsum ha sido el texto de relleno estándar de las industrias desde el año 1500, especimen.</a:t>
            </a:r>
            <a:endParaRPr/>
          </a:p>
        </p:txBody>
      </p:sp>
      <p:sp>
        <p:nvSpPr>
          <p:cNvPr id="95" name="Google Shape;95;p1"/>
          <p:cNvSpPr txBox="1"/>
          <p:nvPr/>
        </p:nvSpPr>
        <p:spPr>
          <a:xfrm rot="-5400000">
            <a:off x="-610752" y="2635195"/>
            <a:ext cx="25823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Presentación </a:t>
            </a:r>
            <a:r>
              <a:rPr b="1" lang="en-US" sz="1600">
                <a:solidFill>
                  <a:schemeClr val="lt1"/>
                </a:solidFill>
                <a:latin typeface="Calibri"/>
                <a:ea typeface="Calibri"/>
                <a:cs typeface="Calibri"/>
                <a:sym typeface="Calibri"/>
              </a:rPr>
              <a:t>ejecutiva</a:t>
            </a:r>
            <a:endParaRPr b="1" sz="1600">
              <a:solidFill>
                <a:schemeClr val="lt1"/>
              </a:solidFill>
              <a:latin typeface="Calibri"/>
              <a:ea typeface="Calibri"/>
              <a:cs typeface="Calibri"/>
              <a:sym typeface="Calibri"/>
            </a:endParaRPr>
          </a:p>
        </p:txBody>
      </p:sp>
      <p:pic>
        <p:nvPicPr>
          <p:cNvPr id="96" name="Google Shape;96;p1"/>
          <p:cNvPicPr preferRelativeResize="0"/>
          <p:nvPr/>
        </p:nvPicPr>
        <p:blipFill rotWithShape="1">
          <a:blip r:embed="rId8">
            <a:alphaModFix/>
          </a:blip>
          <a:srcRect b="0" l="0" r="0" t="0"/>
          <a:stretch/>
        </p:blipFill>
        <p:spPr>
          <a:xfrm>
            <a:off x="8953224" y="599676"/>
            <a:ext cx="2485562" cy="6195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
          <p:cNvPicPr preferRelativeResize="0"/>
          <p:nvPr/>
        </p:nvPicPr>
        <p:blipFill rotWithShape="1">
          <a:blip r:embed="rId3">
            <a:alphaModFix amt="50000"/>
          </a:blip>
          <a:srcRect b="0" l="0" r="0" t="0"/>
          <a:stretch/>
        </p:blipFill>
        <p:spPr>
          <a:xfrm>
            <a:off x="0" y="0"/>
            <a:ext cx="12192000" cy="6853650"/>
          </a:xfrm>
          <a:prstGeom prst="rect">
            <a:avLst/>
          </a:prstGeom>
          <a:noFill/>
          <a:ln>
            <a:noFill/>
          </a:ln>
        </p:spPr>
      </p:pic>
      <p:pic>
        <p:nvPicPr>
          <p:cNvPr id="103" name="Google Shape;103;p2"/>
          <p:cNvPicPr preferRelativeResize="0"/>
          <p:nvPr/>
        </p:nvPicPr>
        <p:blipFill rotWithShape="1">
          <a:blip r:embed="rId4">
            <a:alphaModFix amt="50000"/>
          </a:blip>
          <a:srcRect b="0" l="0" r="0" t="0"/>
          <a:stretch/>
        </p:blipFill>
        <p:spPr>
          <a:xfrm>
            <a:off x="2076450" y="0"/>
            <a:ext cx="10115550" cy="6858000"/>
          </a:xfrm>
          <a:prstGeom prst="rect">
            <a:avLst/>
          </a:prstGeom>
          <a:noFill/>
          <a:ln>
            <a:noFill/>
          </a:ln>
        </p:spPr>
      </p:pic>
      <p:pic>
        <p:nvPicPr>
          <p:cNvPr id="104" name="Google Shape;104;p2"/>
          <p:cNvPicPr preferRelativeResize="0"/>
          <p:nvPr/>
        </p:nvPicPr>
        <p:blipFill rotWithShape="1">
          <a:blip r:embed="rId5">
            <a:alphaModFix amt="60000"/>
          </a:blip>
          <a:srcRect b="0" l="0" r="0" t="0"/>
          <a:stretch/>
        </p:blipFill>
        <p:spPr>
          <a:xfrm>
            <a:off x="4798219" y="0"/>
            <a:ext cx="7393781" cy="6858000"/>
          </a:xfrm>
          <a:prstGeom prst="rect">
            <a:avLst/>
          </a:prstGeom>
          <a:noFill/>
          <a:ln>
            <a:noFill/>
          </a:ln>
        </p:spPr>
      </p:pic>
      <p:pic>
        <p:nvPicPr>
          <p:cNvPr id="105" name="Google Shape;105;p2"/>
          <p:cNvPicPr preferRelativeResize="0"/>
          <p:nvPr/>
        </p:nvPicPr>
        <p:blipFill rotWithShape="1">
          <a:blip r:embed="rId6">
            <a:alphaModFix amt="80000"/>
          </a:blip>
          <a:srcRect b="0" l="0" r="0" t="0"/>
          <a:stretch/>
        </p:blipFill>
        <p:spPr>
          <a:xfrm>
            <a:off x="5709047" y="0"/>
            <a:ext cx="6482953" cy="6858000"/>
          </a:xfrm>
          <a:prstGeom prst="rect">
            <a:avLst/>
          </a:prstGeom>
          <a:noFill/>
          <a:ln>
            <a:noFill/>
          </a:ln>
        </p:spPr>
      </p:pic>
      <p:sp>
        <p:nvSpPr>
          <p:cNvPr id="106" name="Google Shape;106;p2"/>
          <p:cNvSpPr txBox="1"/>
          <p:nvPr/>
        </p:nvSpPr>
        <p:spPr>
          <a:xfrm>
            <a:off x="732300" y="2065007"/>
            <a:ext cx="3167342" cy="1351524"/>
          </a:xfrm>
          <a:prstGeom prst="rect">
            <a:avLst/>
          </a:prstGeom>
          <a:noFill/>
          <a:ln>
            <a:noFill/>
          </a:ln>
        </p:spPr>
        <p:txBody>
          <a:bodyPr anchorCtr="0" anchor="t" bIns="45700" lIns="91425" spcFirstLastPara="1" rIns="91425" wrap="square" tIns="45700">
            <a:spAutoFit/>
          </a:bodyPr>
          <a:lstStyle/>
          <a:p>
            <a:pPr indent="0" lvl="0" marL="0" marR="0" rtl="0" algn="l">
              <a:lnSpc>
                <a:spcPct val="78782"/>
              </a:lnSpc>
              <a:spcBef>
                <a:spcPts val="0"/>
              </a:spcBef>
              <a:spcAft>
                <a:spcPts val="0"/>
              </a:spcAft>
              <a:buNone/>
            </a:pPr>
            <a:r>
              <a:rPr b="1" lang="en-US" sz="11500">
                <a:solidFill>
                  <a:srgbClr val="0086CC"/>
                </a:solidFill>
                <a:latin typeface="Calibri"/>
                <a:ea typeface="Calibri"/>
                <a:cs typeface="Calibri"/>
                <a:sym typeface="Calibri"/>
              </a:rPr>
              <a:t>Intro</a:t>
            </a:r>
            <a:endParaRPr b="1" sz="11500">
              <a:solidFill>
                <a:srgbClr val="0086CC"/>
              </a:solidFill>
              <a:latin typeface="Montserrat Thin"/>
              <a:ea typeface="Montserrat Thin"/>
              <a:cs typeface="Montserrat Thin"/>
              <a:sym typeface="Montserrat Thin"/>
            </a:endParaRPr>
          </a:p>
        </p:txBody>
      </p:sp>
      <p:sp>
        <p:nvSpPr>
          <p:cNvPr id="107" name="Google Shape;107;p2"/>
          <p:cNvSpPr txBox="1"/>
          <p:nvPr/>
        </p:nvSpPr>
        <p:spPr>
          <a:xfrm>
            <a:off x="853489" y="1391616"/>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Aquí</a:t>
            </a:r>
            <a:endParaRPr/>
          </a:p>
        </p:txBody>
      </p:sp>
      <p:pic>
        <p:nvPicPr>
          <p:cNvPr id="108" name="Google Shape;108;p2"/>
          <p:cNvPicPr preferRelativeResize="0"/>
          <p:nvPr/>
        </p:nvPicPr>
        <p:blipFill rotWithShape="1">
          <a:blip r:embed="rId7">
            <a:alphaModFix/>
          </a:blip>
          <a:srcRect b="0" l="0" r="0" t="0"/>
          <a:stretch/>
        </p:blipFill>
        <p:spPr>
          <a:xfrm>
            <a:off x="853489" y="3534313"/>
            <a:ext cx="449839" cy="217055"/>
          </a:xfrm>
          <a:prstGeom prst="rect">
            <a:avLst/>
          </a:prstGeom>
          <a:noFill/>
          <a:ln>
            <a:noFill/>
          </a:ln>
        </p:spPr>
      </p:pic>
      <p:sp>
        <p:nvSpPr>
          <p:cNvPr id="109" name="Google Shape;109;p2"/>
          <p:cNvSpPr txBox="1"/>
          <p:nvPr/>
        </p:nvSpPr>
        <p:spPr>
          <a:xfrm>
            <a:off x="1391618" y="3463429"/>
            <a:ext cx="398810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F7F7F"/>
                </a:solidFill>
                <a:latin typeface="Calibri"/>
                <a:ea typeface="Calibri"/>
                <a:cs typeface="Calibri"/>
                <a:sym typeface="Calibri"/>
              </a:rPr>
              <a:t>Es un hecho establecido hace demasiado tiempo que un lector se distraerá con el contenido del texto de un sitio mientras que mira su diseño. El punto de usar Lorem Ipsum es que tiene una distribución más o menos normal de las letras, al contrario de usar textos como por ejemplo "Contenido aquí, contenido aquí". Estos textos hacen parecerlo un español que se puede leer.</a:t>
            </a:r>
            <a:endParaRPr/>
          </a:p>
        </p:txBody>
      </p:sp>
      <p:pic>
        <p:nvPicPr>
          <p:cNvPr id="110" name="Google Shape;110;p2"/>
          <p:cNvPicPr preferRelativeResize="0"/>
          <p:nvPr/>
        </p:nvPicPr>
        <p:blipFill rotWithShape="1">
          <a:blip r:embed="rId8">
            <a:alphaModFix/>
          </a:blip>
          <a:srcRect b="0" l="0" r="0" t="0"/>
          <a:stretch/>
        </p:blipFill>
        <p:spPr>
          <a:xfrm>
            <a:off x="7668801" y="2259298"/>
            <a:ext cx="3732390" cy="4123869"/>
          </a:xfrm>
          <a:prstGeom prst="rect">
            <a:avLst/>
          </a:prstGeom>
          <a:noFill/>
          <a:ln>
            <a:noFill/>
          </a:ln>
        </p:spPr>
      </p:pic>
      <p:pic>
        <p:nvPicPr>
          <p:cNvPr id="111" name="Google Shape;111;p2"/>
          <p:cNvPicPr preferRelativeResize="0"/>
          <p:nvPr/>
        </p:nvPicPr>
        <p:blipFill rotWithShape="1">
          <a:blip r:embed="rId9">
            <a:alphaModFix/>
          </a:blip>
          <a:srcRect b="0" l="0" r="0" t="0"/>
          <a:stretch/>
        </p:blipFill>
        <p:spPr>
          <a:xfrm>
            <a:off x="6381867" y="922863"/>
            <a:ext cx="2113242" cy="2284288"/>
          </a:xfrm>
          <a:prstGeom prst="rect">
            <a:avLst/>
          </a:prstGeom>
          <a:noFill/>
          <a:ln>
            <a:noFill/>
          </a:ln>
        </p:spPr>
      </p:pic>
      <p:sp>
        <p:nvSpPr>
          <p:cNvPr id="112" name="Google Shape;112;p2"/>
          <p:cNvSpPr txBox="1"/>
          <p:nvPr/>
        </p:nvSpPr>
        <p:spPr>
          <a:xfrm>
            <a:off x="7092047" y="1885616"/>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13" name="Google Shape;113;p2"/>
          <p:cNvSpPr txBox="1"/>
          <p:nvPr/>
        </p:nvSpPr>
        <p:spPr>
          <a:xfrm>
            <a:off x="9188555" y="4136566"/>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114" name="Google Shape;114;p2"/>
          <p:cNvPicPr preferRelativeResize="0"/>
          <p:nvPr/>
        </p:nvPicPr>
        <p:blipFill rotWithShape="1">
          <a:blip r:embed="rId10">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3"/>
          <p:cNvPicPr preferRelativeResize="0"/>
          <p:nvPr/>
        </p:nvPicPr>
        <p:blipFill rotWithShape="1">
          <a:blip r:embed="rId3">
            <a:alphaModFix/>
          </a:blip>
          <a:srcRect b="0" l="0" r="0" t="0"/>
          <a:stretch/>
        </p:blipFill>
        <p:spPr>
          <a:xfrm>
            <a:off x="6326252" y="3505200"/>
            <a:ext cx="5865747" cy="3352800"/>
          </a:xfrm>
          <a:prstGeom prst="rect">
            <a:avLst/>
          </a:prstGeom>
          <a:noFill/>
          <a:ln>
            <a:noFill/>
          </a:ln>
        </p:spPr>
      </p:pic>
      <p:pic>
        <p:nvPicPr>
          <p:cNvPr id="120" name="Google Shape;120;p3"/>
          <p:cNvPicPr preferRelativeResize="0"/>
          <p:nvPr/>
        </p:nvPicPr>
        <p:blipFill rotWithShape="1">
          <a:blip r:embed="rId4">
            <a:alphaModFix amt="24000"/>
          </a:blip>
          <a:srcRect b="0" l="0" r="0" t="0"/>
          <a:stretch/>
        </p:blipFill>
        <p:spPr>
          <a:xfrm>
            <a:off x="6326251" y="3505200"/>
            <a:ext cx="2916500" cy="3352800"/>
          </a:xfrm>
          <a:prstGeom prst="rect">
            <a:avLst/>
          </a:prstGeom>
          <a:noFill/>
          <a:ln>
            <a:noFill/>
          </a:ln>
        </p:spPr>
      </p:pic>
      <p:pic>
        <p:nvPicPr>
          <p:cNvPr id="121" name="Google Shape;121;p3"/>
          <p:cNvPicPr preferRelativeResize="0"/>
          <p:nvPr/>
        </p:nvPicPr>
        <p:blipFill rotWithShape="1">
          <a:blip r:embed="rId5">
            <a:alphaModFix amt="50000"/>
          </a:blip>
          <a:srcRect b="0" l="0" r="0" t="0"/>
          <a:stretch/>
        </p:blipFill>
        <p:spPr>
          <a:xfrm>
            <a:off x="4742882" y="0"/>
            <a:ext cx="6229918" cy="3502106"/>
          </a:xfrm>
          <a:prstGeom prst="rect">
            <a:avLst/>
          </a:prstGeom>
          <a:noFill/>
          <a:ln>
            <a:noFill/>
          </a:ln>
        </p:spPr>
      </p:pic>
      <p:pic>
        <p:nvPicPr>
          <p:cNvPr id="122" name="Google Shape;122;p3"/>
          <p:cNvPicPr preferRelativeResize="0"/>
          <p:nvPr/>
        </p:nvPicPr>
        <p:blipFill rotWithShape="1">
          <a:blip r:embed="rId6">
            <a:alphaModFix/>
          </a:blip>
          <a:srcRect b="0" l="-155470" r="-1" t="25391"/>
          <a:stretch/>
        </p:blipFill>
        <p:spPr>
          <a:xfrm>
            <a:off x="4390123" y="272293"/>
            <a:ext cx="97335" cy="2690995"/>
          </a:xfrm>
          <a:prstGeom prst="rect">
            <a:avLst/>
          </a:prstGeom>
          <a:noFill/>
          <a:ln>
            <a:noFill/>
          </a:ln>
        </p:spPr>
      </p:pic>
      <p:sp>
        <p:nvSpPr>
          <p:cNvPr id="123" name="Google Shape;123;p3"/>
          <p:cNvSpPr txBox="1"/>
          <p:nvPr/>
        </p:nvSpPr>
        <p:spPr>
          <a:xfrm rot="-5400000">
            <a:off x="2841076" y="1494085"/>
            <a:ext cx="275136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sp>
        <p:nvSpPr>
          <p:cNvPr id="124" name="Google Shape;124;p3"/>
          <p:cNvSpPr txBox="1"/>
          <p:nvPr/>
        </p:nvSpPr>
        <p:spPr>
          <a:xfrm>
            <a:off x="4929650" y="776739"/>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Aquí</a:t>
            </a:r>
            <a:endParaRPr/>
          </a:p>
        </p:txBody>
      </p:sp>
      <p:pic>
        <p:nvPicPr>
          <p:cNvPr id="125" name="Google Shape;125;p3"/>
          <p:cNvPicPr preferRelativeResize="0"/>
          <p:nvPr/>
        </p:nvPicPr>
        <p:blipFill rotWithShape="1">
          <a:blip r:embed="rId7">
            <a:alphaModFix/>
          </a:blip>
          <a:srcRect b="0" l="0" r="0" t="0"/>
          <a:stretch/>
        </p:blipFill>
        <p:spPr>
          <a:xfrm>
            <a:off x="6618626" y="3955388"/>
            <a:ext cx="266700" cy="133350"/>
          </a:xfrm>
          <a:prstGeom prst="rect">
            <a:avLst/>
          </a:prstGeom>
          <a:noFill/>
          <a:ln>
            <a:noFill/>
          </a:ln>
        </p:spPr>
      </p:pic>
      <p:pic>
        <p:nvPicPr>
          <p:cNvPr id="126" name="Google Shape;126;p3"/>
          <p:cNvPicPr preferRelativeResize="0"/>
          <p:nvPr/>
        </p:nvPicPr>
        <p:blipFill rotWithShape="1">
          <a:blip r:embed="rId7">
            <a:alphaModFix/>
          </a:blip>
          <a:srcRect b="0" l="0" r="0" t="0"/>
          <a:stretch/>
        </p:blipFill>
        <p:spPr>
          <a:xfrm>
            <a:off x="6645468" y="5121807"/>
            <a:ext cx="266700" cy="133350"/>
          </a:xfrm>
          <a:prstGeom prst="rect">
            <a:avLst/>
          </a:prstGeom>
          <a:noFill/>
          <a:ln>
            <a:noFill/>
          </a:ln>
        </p:spPr>
      </p:pic>
      <p:sp>
        <p:nvSpPr>
          <p:cNvPr id="127" name="Google Shape;127;p3"/>
          <p:cNvSpPr txBox="1"/>
          <p:nvPr/>
        </p:nvSpPr>
        <p:spPr>
          <a:xfrm>
            <a:off x="4907076" y="1876844"/>
            <a:ext cx="4001185" cy="776366"/>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rgbClr val="548135"/>
                </a:solidFill>
                <a:latin typeface="Calibri"/>
                <a:ea typeface="Calibri"/>
                <a:cs typeface="Calibri"/>
                <a:sym typeface="Calibri"/>
              </a:rPr>
              <a:t>Título</a:t>
            </a:r>
            <a:endParaRPr/>
          </a:p>
        </p:txBody>
      </p:sp>
      <p:sp>
        <p:nvSpPr>
          <p:cNvPr id="128" name="Google Shape;128;p3"/>
          <p:cNvSpPr txBox="1"/>
          <p:nvPr/>
        </p:nvSpPr>
        <p:spPr>
          <a:xfrm>
            <a:off x="4947919" y="2479031"/>
            <a:ext cx="469280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548135"/>
                </a:solidFill>
                <a:latin typeface="Calibri"/>
                <a:ea typeface="Calibri"/>
                <a:cs typeface="Calibri"/>
                <a:sym typeface="Calibri"/>
              </a:rPr>
              <a:t>Sub-título</a:t>
            </a:r>
            <a:endParaRPr/>
          </a:p>
        </p:txBody>
      </p:sp>
      <p:sp>
        <p:nvSpPr>
          <p:cNvPr id="129" name="Google Shape;129;p3"/>
          <p:cNvSpPr txBox="1"/>
          <p:nvPr/>
        </p:nvSpPr>
        <p:spPr>
          <a:xfrm>
            <a:off x="6944750" y="3832131"/>
            <a:ext cx="5079141"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Calibri"/>
                <a:ea typeface="Calibri"/>
                <a:cs typeface="Calibri"/>
                <a:sym typeface="Calibri"/>
              </a:rPr>
              <a:t>Hay muchas variaciones de los pasajes </a:t>
            </a:r>
            <a:r>
              <a:rPr lang="en-US" sz="1600">
                <a:solidFill>
                  <a:schemeClr val="lt1"/>
                </a:solidFill>
                <a:latin typeface="Calibri"/>
                <a:ea typeface="Calibri"/>
                <a:cs typeface="Calibri"/>
                <a:sym typeface="Calibri"/>
              </a:rPr>
              <a:t>de Lorem Ipsum disponibles, pero la mayoría sufrió alteraciones en alguna manera, ya sea porque se le agregó humor, o palabras aleatorias que no parecen ni un poco creíbles. </a:t>
            </a:r>
            <a:endParaRPr/>
          </a:p>
        </p:txBody>
      </p:sp>
      <p:sp>
        <p:nvSpPr>
          <p:cNvPr id="130" name="Google Shape;130;p3"/>
          <p:cNvSpPr txBox="1"/>
          <p:nvPr/>
        </p:nvSpPr>
        <p:spPr>
          <a:xfrm>
            <a:off x="6944750" y="5021155"/>
            <a:ext cx="479295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Es un hecho establecido hace demasiado tiempo que un lector se distraerá con el contenido del texto de un sitio mientras que mira su diseño. </a:t>
            </a:r>
            <a:r>
              <a:rPr b="1" lang="en-US" sz="1600">
                <a:solidFill>
                  <a:schemeClr val="lt1"/>
                </a:solidFill>
                <a:latin typeface="Calibri"/>
                <a:ea typeface="Calibri"/>
                <a:cs typeface="Calibri"/>
                <a:sym typeface="Calibri"/>
              </a:rPr>
              <a:t>El punto de usar Lorem Ipsum es que tiene una distribución más o menos normal de las letras.</a:t>
            </a:r>
            <a:endParaRPr/>
          </a:p>
        </p:txBody>
      </p:sp>
      <p:sp>
        <p:nvSpPr>
          <p:cNvPr id="131" name="Google Shape;131;p3"/>
          <p:cNvSpPr/>
          <p:nvPr/>
        </p:nvSpPr>
        <p:spPr>
          <a:xfrm>
            <a:off x="-1" y="-1"/>
            <a:ext cx="3930485" cy="3502105"/>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3"/>
          <p:cNvSpPr txBox="1"/>
          <p:nvPr/>
        </p:nvSpPr>
        <p:spPr>
          <a:xfrm>
            <a:off x="1612986" y="155600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33" name="Google Shape;133;p3"/>
          <p:cNvSpPr/>
          <p:nvPr/>
        </p:nvSpPr>
        <p:spPr>
          <a:xfrm>
            <a:off x="-5613" y="3504104"/>
            <a:ext cx="6326251" cy="3350801"/>
          </a:xfrm>
          <a:prstGeom prst="rect">
            <a:avLst/>
          </a:prstGeom>
          <a:solidFill>
            <a:srgbClr val="CEDFE4">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3"/>
          <p:cNvSpPr txBox="1"/>
          <p:nvPr/>
        </p:nvSpPr>
        <p:spPr>
          <a:xfrm>
            <a:off x="2871088" y="502115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35" name="Google Shape;135;p3"/>
          <p:cNvSpPr/>
          <p:nvPr/>
        </p:nvSpPr>
        <p:spPr>
          <a:xfrm>
            <a:off x="9747986" y="-1"/>
            <a:ext cx="2444014" cy="3502105"/>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3"/>
          <p:cNvSpPr txBox="1"/>
          <p:nvPr/>
        </p:nvSpPr>
        <p:spPr>
          <a:xfrm>
            <a:off x="10733623" y="155600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137" name="Google Shape;137;p3"/>
          <p:cNvPicPr preferRelativeResize="0"/>
          <p:nvPr/>
        </p:nvPicPr>
        <p:blipFill rotWithShape="1">
          <a:blip r:embed="rId8">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4"/>
          <p:cNvPicPr preferRelativeResize="0"/>
          <p:nvPr/>
        </p:nvPicPr>
        <p:blipFill rotWithShape="1">
          <a:blip r:embed="rId3">
            <a:alphaModFix/>
          </a:blip>
          <a:srcRect b="0" l="0" r="25015" t="0"/>
          <a:stretch/>
        </p:blipFill>
        <p:spPr>
          <a:xfrm flipH="1">
            <a:off x="-1" y="0"/>
            <a:ext cx="9142061" cy="6853650"/>
          </a:xfrm>
          <a:prstGeom prst="rect">
            <a:avLst/>
          </a:prstGeom>
          <a:noFill/>
          <a:ln>
            <a:noFill/>
          </a:ln>
        </p:spPr>
      </p:pic>
      <p:pic>
        <p:nvPicPr>
          <p:cNvPr id="143" name="Google Shape;143;p4"/>
          <p:cNvPicPr preferRelativeResize="0"/>
          <p:nvPr/>
        </p:nvPicPr>
        <p:blipFill rotWithShape="1">
          <a:blip r:embed="rId4">
            <a:alphaModFix amt="50000"/>
          </a:blip>
          <a:srcRect b="0" l="0" r="0" t="0"/>
          <a:stretch/>
        </p:blipFill>
        <p:spPr>
          <a:xfrm flipH="1">
            <a:off x="0" y="0"/>
            <a:ext cx="10115550" cy="6858000"/>
          </a:xfrm>
          <a:prstGeom prst="rect">
            <a:avLst/>
          </a:prstGeom>
          <a:noFill/>
          <a:ln>
            <a:noFill/>
          </a:ln>
        </p:spPr>
      </p:pic>
      <p:pic>
        <p:nvPicPr>
          <p:cNvPr id="144" name="Google Shape;144;p4"/>
          <p:cNvPicPr preferRelativeResize="0"/>
          <p:nvPr/>
        </p:nvPicPr>
        <p:blipFill rotWithShape="1">
          <a:blip r:embed="rId5">
            <a:alphaModFix/>
          </a:blip>
          <a:srcRect b="0" l="0" r="0" t="0"/>
          <a:stretch/>
        </p:blipFill>
        <p:spPr>
          <a:xfrm>
            <a:off x="0" y="0"/>
            <a:ext cx="3429000" cy="3429000"/>
          </a:xfrm>
          <a:prstGeom prst="rect">
            <a:avLst/>
          </a:prstGeom>
          <a:noFill/>
          <a:ln>
            <a:noFill/>
          </a:ln>
        </p:spPr>
      </p:pic>
      <p:pic>
        <p:nvPicPr>
          <p:cNvPr id="145" name="Google Shape;145;p4"/>
          <p:cNvPicPr preferRelativeResize="0"/>
          <p:nvPr/>
        </p:nvPicPr>
        <p:blipFill rotWithShape="1">
          <a:blip r:embed="rId6">
            <a:alphaModFix amt="24000"/>
          </a:blip>
          <a:srcRect b="0" l="0" r="0" t="0"/>
          <a:stretch/>
        </p:blipFill>
        <p:spPr>
          <a:xfrm rot="10800000">
            <a:off x="412020" y="0"/>
            <a:ext cx="2982784" cy="3429000"/>
          </a:xfrm>
          <a:prstGeom prst="rect">
            <a:avLst/>
          </a:prstGeom>
          <a:noFill/>
          <a:ln>
            <a:noFill/>
          </a:ln>
        </p:spPr>
      </p:pic>
      <p:pic>
        <p:nvPicPr>
          <p:cNvPr id="146" name="Google Shape;146;p4"/>
          <p:cNvPicPr preferRelativeResize="0"/>
          <p:nvPr/>
        </p:nvPicPr>
        <p:blipFill rotWithShape="1">
          <a:blip r:embed="rId7">
            <a:alphaModFix/>
          </a:blip>
          <a:srcRect b="0" l="0" r="0" t="0"/>
          <a:stretch/>
        </p:blipFill>
        <p:spPr>
          <a:xfrm>
            <a:off x="412018" y="345688"/>
            <a:ext cx="1218285" cy="1183074"/>
          </a:xfrm>
          <a:prstGeom prst="rect">
            <a:avLst/>
          </a:prstGeom>
          <a:noFill/>
          <a:ln>
            <a:noFill/>
          </a:ln>
        </p:spPr>
      </p:pic>
      <p:sp>
        <p:nvSpPr>
          <p:cNvPr id="147" name="Google Shape;147;p4"/>
          <p:cNvSpPr txBox="1"/>
          <p:nvPr/>
        </p:nvSpPr>
        <p:spPr>
          <a:xfrm>
            <a:off x="490097" y="1848664"/>
            <a:ext cx="3393610" cy="1397242"/>
          </a:xfrm>
          <a:prstGeom prst="rect">
            <a:avLst/>
          </a:prstGeom>
          <a:noFill/>
          <a:ln>
            <a:noFill/>
          </a:ln>
        </p:spPr>
        <p:txBody>
          <a:bodyPr anchorCtr="0" anchor="t" bIns="45700" lIns="91425" spcFirstLastPara="1" rIns="91425" wrap="square" tIns="45700">
            <a:spAutoFit/>
          </a:bodyPr>
          <a:lstStyle/>
          <a:p>
            <a:pPr indent="0" lvl="0" marL="0" marR="0" rtl="0" algn="l">
              <a:lnSpc>
                <a:spcPct val="92592"/>
              </a:lnSpc>
              <a:spcBef>
                <a:spcPts val="0"/>
              </a:spcBef>
              <a:spcAft>
                <a:spcPts val="0"/>
              </a:spcAft>
              <a:buNone/>
            </a:pPr>
            <a:r>
              <a:rPr lang="en-US" sz="5400">
                <a:solidFill>
                  <a:schemeClr val="lt1"/>
                </a:solidFill>
                <a:latin typeface="Calibri"/>
                <a:ea typeface="Calibri"/>
                <a:cs typeface="Calibri"/>
                <a:sym typeface="Calibri"/>
              </a:rPr>
              <a:t>01| </a:t>
            </a:r>
            <a:endParaRPr/>
          </a:p>
          <a:p>
            <a:pPr indent="0" lvl="0" marL="0" marR="0" rtl="0" algn="l">
              <a:lnSpc>
                <a:spcPct val="92592"/>
              </a:lnSpc>
              <a:spcBef>
                <a:spcPts val="0"/>
              </a:spcBef>
              <a:spcAft>
                <a:spcPts val="0"/>
              </a:spcAft>
              <a:buNone/>
            </a:pPr>
            <a:r>
              <a:rPr b="1" lang="en-US" sz="5400">
                <a:solidFill>
                  <a:schemeClr val="lt1"/>
                </a:solidFill>
                <a:latin typeface="Calibri"/>
                <a:ea typeface="Calibri"/>
                <a:cs typeface="Calibri"/>
                <a:sym typeface="Calibri"/>
              </a:rPr>
              <a:t>Título</a:t>
            </a:r>
            <a:endParaRPr/>
          </a:p>
        </p:txBody>
      </p:sp>
      <p:pic>
        <p:nvPicPr>
          <p:cNvPr id="148" name="Google Shape;148;p4"/>
          <p:cNvPicPr preferRelativeResize="0"/>
          <p:nvPr/>
        </p:nvPicPr>
        <p:blipFill rotWithShape="1">
          <a:blip r:embed="rId8">
            <a:alphaModFix/>
          </a:blip>
          <a:srcRect b="0" l="-155470" r="-1" t="25391"/>
          <a:stretch/>
        </p:blipFill>
        <p:spPr>
          <a:xfrm>
            <a:off x="546785" y="3586163"/>
            <a:ext cx="97335" cy="2690995"/>
          </a:xfrm>
          <a:prstGeom prst="rect">
            <a:avLst/>
          </a:prstGeom>
          <a:noFill/>
          <a:ln>
            <a:noFill/>
          </a:ln>
        </p:spPr>
      </p:pic>
      <p:sp>
        <p:nvSpPr>
          <p:cNvPr id="149" name="Google Shape;149;p4"/>
          <p:cNvSpPr txBox="1"/>
          <p:nvPr/>
        </p:nvSpPr>
        <p:spPr>
          <a:xfrm rot="-5400000">
            <a:off x="-812231" y="4977348"/>
            <a:ext cx="24125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b="1" sz="1400">
              <a:solidFill>
                <a:srgbClr val="0086CC"/>
              </a:solidFill>
              <a:latin typeface="Calibri"/>
              <a:ea typeface="Calibri"/>
              <a:cs typeface="Calibri"/>
              <a:sym typeface="Calibri"/>
            </a:endParaRPr>
          </a:p>
        </p:txBody>
      </p:sp>
      <p:sp>
        <p:nvSpPr>
          <p:cNvPr id="150" name="Google Shape;150;p4"/>
          <p:cNvSpPr txBox="1"/>
          <p:nvPr/>
        </p:nvSpPr>
        <p:spPr>
          <a:xfrm>
            <a:off x="1086312" y="4090609"/>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específica</a:t>
            </a:r>
            <a:endParaRPr/>
          </a:p>
        </p:txBody>
      </p:sp>
      <p:sp>
        <p:nvSpPr>
          <p:cNvPr id="151" name="Google Shape;151;p4"/>
          <p:cNvSpPr txBox="1"/>
          <p:nvPr/>
        </p:nvSpPr>
        <p:spPr>
          <a:xfrm>
            <a:off x="1045469" y="5072063"/>
            <a:ext cx="4001185" cy="1417568"/>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rgbClr val="0086CC"/>
                </a:solidFill>
                <a:latin typeface="Calibri"/>
                <a:ea typeface="Calibri"/>
                <a:cs typeface="Calibri"/>
                <a:sym typeface="Calibri"/>
              </a:rPr>
              <a:t>Story About lorem</a:t>
            </a:r>
            <a:endParaRPr/>
          </a:p>
        </p:txBody>
      </p:sp>
      <p:sp>
        <p:nvSpPr>
          <p:cNvPr id="152" name="Google Shape;152;p4"/>
          <p:cNvSpPr txBox="1"/>
          <p:nvPr/>
        </p:nvSpPr>
        <p:spPr>
          <a:xfrm>
            <a:off x="6253877" y="3835637"/>
            <a:ext cx="5079141"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F3864"/>
                </a:solidFill>
                <a:latin typeface="Calibri"/>
                <a:ea typeface="Calibri"/>
                <a:cs typeface="Calibri"/>
                <a:sym typeface="Calibri"/>
              </a:rPr>
              <a:t>Hay muchas variaciones de los pasajes </a:t>
            </a:r>
            <a:r>
              <a:rPr lang="en-US" sz="1600">
                <a:solidFill>
                  <a:srgbClr val="1F3864"/>
                </a:solidFill>
                <a:latin typeface="Calibri"/>
                <a:ea typeface="Calibri"/>
                <a:cs typeface="Calibri"/>
                <a:sym typeface="Calibri"/>
              </a:rPr>
              <a:t>de Lorem Ipsum disponibles, pero la mayoría sufrió alteraciones en alguna manera, ya sea porque se le agregó humor, o palabras aleatorias que no parecen ni un poco creíbles. </a:t>
            </a:r>
            <a:endParaRPr/>
          </a:p>
        </p:txBody>
      </p:sp>
      <p:sp>
        <p:nvSpPr>
          <p:cNvPr id="153" name="Google Shape;153;p4"/>
          <p:cNvSpPr txBox="1"/>
          <p:nvPr/>
        </p:nvSpPr>
        <p:spPr>
          <a:xfrm>
            <a:off x="6253877" y="5024661"/>
            <a:ext cx="479295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Es un hecho establecido hace demasiado tiempo que un lector se distraerá con el contenido del texto de un sitio mientras que mira su diseño. </a:t>
            </a:r>
            <a:r>
              <a:rPr b="1" lang="en-US" sz="1600">
                <a:solidFill>
                  <a:srgbClr val="1F3864"/>
                </a:solidFill>
                <a:latin typeface="Calibri"/>
                <a:ea typeface="Calibri"/>
                <a:cs typeface="Calibri"/>
                <a:sym typeface="Calibri"/>
              </a:rPr>
              <a:t>El punto de usar Lorem Ipsum es que tiene una distribución más o menos normal de las letras.</a:t>
            </a:r>
            <a:endParaRPr/>
          </a:p>
        </p:txBody>
      </p:sp>
      <p:pic>
        <p:nvPicPr>
          <p:cNvPr id="154" name="Google Shape;154;p4"/>
          <p:cNvPicPr preferRelativeResize="0"/>
          <p:nvPr/>
        </p:nvPicPr>
        <p:blipFill rotWithShape="1">
          <a:blip r:embed="rId9">
            <a:alphaModFix/>
          </a:blip>
          <a:srcRect b="0" l="0" r="0" t="0"/>
          <a:stretch/>
        </p:blipFill>
        <p:spPr>
          <a:xfrm>
            <a:off x="5742704" y="3924949"/>
            <a:ext cx="449839" cy="217055"/>
          </a:xfrm>
          <a:prstGeom prst="rect">
            <a:avLst/>
          </a:prstGeom>
          <a:noFill/>
          <a:ln>
            <a:noFill/>
          </a:ln>
        </p:spPr>
      </p:pic>
      <p:pic>
        <p:nvPicPr>
          <p:cNvPr id="155" name="Google Shape;155;p4"/>
          <p:cNvPicPr preferRelativeResize="0"/>
          <p:nvPr/>
        </p:nvPicPr>
        <p:blipFill rotWithShape="1">
          <a:blip r:embed="rId9">
            <a:alphaModFix/>
          </a:blip>
          <a:srcRect b="0" l="0" r="0" t="0"/>
          <a:stretch/>
        </p:blipFill>
        <p:spPr>
          <a:xfrm>
            <a:off x="5742704" y="5101575"/>
            <a:ext cx="449839" cy="217055"/>
          </a:xfrm>
          <a:prstGeom prst="rect">
            <a:avLst/>
          </a:prstGeom>
          <a:noFill/>
          <a:ln>
            <a:noFill/>
          </a:ln>
        </p:spPr>
      </p:pic>
      <p:sp>
        <p:nvSpPr>
          <p:cNvPr id="156" name="Google Shape;156;p4"/>
          <p:cNvSpPr/>
          <p:nvPr/>
        </p:nvSpPr>
        <p:spPr>
          <a:xfrm>
            <a:off x="3394802" y="0"/>
            <a:ext cx="8797198" cy="3429000"/>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4"/>
          <p:cNvSpPr txBox="1"/>
          <p:nvPr/>
        </p:nvSpPr>
        <p:spPr>
          <a:xfrm>
            <a:off x="7446960" y="155600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158" name="Google Shape;158;p4"/>
          <p:cNvPicPr preferRelativeResize="0"/>
          <p:nvPr/>
        </p:nvPicPr>
        <p:blipFill rotWithShape="1">
          <a:blip r:embed="rId10">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5"/>
          <p:cNvPicPr preferRelativeResize="0"/>
          <p:nvPr/>
        </p:nvPicPr>
        <p:blipFill rotWithShape="1">
          <a:blip r:embed="rId3">
            <a:alphaModFix amt="63000"/>
          </a:blip>
          <a:srcRect b="0" l="0" r="0" t="0"/>
          <a:stretch/>
        </p:blipFill>
        <p:spPr>
          <a:xfrm flipH="1">
            <a:off x="-1" y="0"/>
            <a:ext cx="10115550" cy="6858000"/>
          </a:xfrm>
          <a:prstGeom prst="rect">
            <a:avLst/>
          </a:prstGeom>
          <a:noFill/>
          <a:ln>
            <a:noFill/>
          </a:ln>
        </p:spPr>
      </p:pic>
      <p:pic>
        <p:nvPicPr>
          <p:cNvPr id="164" name="Google Shape;164;p5"/>
          <p:cNvPicPr preferRelativeResize="0"/>
          <p:nvPr/>
        </p:nvPicPr>
        <p:blipFill rotWithShape="1">
          <a:blip r:embed="rId4">
            <a:alphaModFix/>
          </a:blip>
          <a:srcRect b="0" l="0" r="0" t="0"/>
          <a:stretch/>
        </p:blipFill>
        <p:spPr>
          <a:xfrm>
            <a:off x="4843462" y="0"/>
            <a:ext cx="7348538" cy="3429000"/>
          </a:xfrm>
          <a:prstGeom prst="rect">
            <a:avLst/>
          </a:prstGeom>
          <a:noFill/>
          <a:ln>
            <a:noFill/>
          </a:ln>
        </p:spPr>
      </p:pic>
      <p:pic>
        <p:nvPicPr>
          <p:cNvPr id="165" name="Google Shape;165;p5"/>
          <p:cNvPicPr preferRelativeResize="0"/>
          <p:nvPr/>
        </p:nvPicPr>
        <p:blipFill rotWithShape="1">
          <a:blip r:embed="rId5">
            <a:alphaModFix amt="24000"/>
          </a:blip>
          <a:srcRect b="0" l="0" r="0" t="39740"/>
          <a:stretch/>
        </p:blipFill>
        <p:spPr>
          <a:xfrm>
            <a:off x="4262079" y="-2"/>
            <a:ext cx="4949895" cy="3429002"/>
          </a:xfrm>
          <a:prstGeom prst="rect">
            <a:avLst/>
          </a:prstGeom>
          <a:noFill/>
          <a:ln>
            <a:noFill/>
          </a:ln>
        </p:spPr>
      </p:pic>
      <p:pic>
        <p:nvPicPr>
          <p:cNvPr id="166" name="Google Shape;166;p5"/>
          <p:cNvPicPr preferRelativeResize="0"/>
          <p:nvPr/>
        </p:nvPicPr>
        <p:blipFill rotWithShape="1">
          <a:blip r:embed="rId6">
            <a:alphaModFix/>
          </a:blip>
          <a:srcRect b="0" l="-155470" r="-1" t="25391"/>
          <a:stretch/>
        </p:blipFill>
        <p:spPr>
          <a:xfrm>
            <a:off x="5516557" y="272293"/>
            <a:ext cx="97335" cy="2690995"/>
          </a:xfrm>
          <a:prstGeom prst="rect">
            <a:avLst/>
          </a:prstGeom>
          <a:noFill/>
          <a:ln>
            <a:noFill/>
          </a:ln>
        </p:spPr>
      </p:pic>
      <p:sp>
        <p:nvSpPr>
          <p:cNvPr id="167" name="Google Shape;167;p5"/>
          <p:cNvSpPr txBox="1"/>
          <p:nvPr/>
        </p:nvSpPr>
        <p:spPr>
          <a:xfrm>
            <a:off x="6056084" y="776739"/>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Sección Aquí</a:t>
            </a:r>
            <a:endParaRPr/>
          </a:p>
        </p:txBody>
      </p:sp>
      <p:sp>
        <p:nvSpPr>
          <p:cNvPr id="168" name="Google Shape;168;p5"/>
          <p:cNvSpPr txBox="1"/>
          <p:nvPr/>
        </p:nvSpPr>
        <p:spPr>
          <a:xfrm>
            <a:off x="6015241" y="1876844"/>
            <a:ext cx="4001185" cy="776366"/>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chemeClr val="lt1"/>
                </a:solidFill>
                <a:latin typeface="Calibri"/>
                <a:ea typeface="Calibri"/>
                <a:cs typeface="Calibri"/>
                <a:sym typeface="Calibri"/>
              </a:rPr>
              <a:t>Título</a:t>
            </a:r>
            <a:endParaRPr/>
          </a:p>
        </p:txBody>
      </p:sp>
      <p:sp>
        <p:nvSpPr>
          <p:cNvPr id="169" name="Google Shape;169;p5"/>
          <p:cNvSpPr txBox="1"/>
          <p:nvPr/>
        </p:nvSpPr>
        <p:spPr>
          <a:xfrm>
            <a:off x="6253877" y="3835637"/>
            <a:ext cx="5079141"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F3864"/>
                </a:solidFill>
                <a:latin typeface="Calibri"/>
                <a:ea typeface="Calibri"/>
                <a:cs typeface="Calibri"/>
                <a:sym typeface="Calibri"/>
              </a:rPr>
              <a:t>Hay muchas variaciones de los pasajes </a:t>
            </a:r>
            <a:r>
              <a:rPr lang="en-US" sz="1600">
                <a:solidFill>
                  <a:srgbClr val="1F3864"/>
                </a:solidFill>
                <a:latin typeface="Calibri"/>
                <a:ea typeface="Calibri"/>
                <a:cs typeface="Calibri"/>
                <a:sym typeface="Calibri"/>
              </a:rPr>
              <a:t>de Lorem Ipsum disponibles, pero la mayoría sufrió alteraciones en alguna manera, ya sea porque se le agregó humor, o palabras aleatorias que no parecen ni un poco creíbles. </a:t>
            </a:r>
            <a:endParaRPr/>
          </a:p>
        </p:txBody>
      </p:sp>
      <p:sp>
        <p:nvSpPr>
          <p:cNvPr id="170" name="Google Shape;170;p5"/>
          <p:cNvSpPr txBox="1"/>
          <p:nvPr/>
        </p:nvSpPr>
        <p:spPr>
          <a:xfrm>
            <a:off x="6253877" y="5024661"/>
            <a:ext cx="479295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Es un hecho establecido hace demasiado tiempo que un lector se distraerá con el contenido del texto de un sitio mientras que mira su diseño. </a:t>
            </a:r>
            <a:r>
              <a:rPr b="1" lang="en-US" sz="1600">
                <a:solidFill>
                  <a:srgbClr val="1F3864"/>
                </a:solidFill>
                <a:latin typeface="Calibri"/>
                <a:ea typeface="Calibri"/>
                <a:cs typeface="Calibri"/>
                <a:sym typeface="Calibri"/>
              </a:rPr>
              <a:t>El punto de usar Lorem Ipsum es que tiene una distribución más o menos normal de las letras.</a:t>
            </a:r>
            <a:endParaRPr/>
          </a:p>
        </p:txBody>
      </p:sp>
      <p:pic>
        <p:nvPicPr>
          <p:cNvPr id="171" name="Google Shape;171;p5"/>
          <p:cNvPicPr preferRelativeResize="0"/>
          <p:nvPr/>
        </p:nvPicPr>
        <p:blipFill rotWithShape="1">
          <a:blip r:embed="rId7">
            <a:alphaModFix/>
          </a:blip>
          <a:srcRect b="0" l="0" r="0" t="0"/>
          <a:stretch/>
        </p:blipFill>
        <p:spPr>
          <a:xfrm>
            <a:off x="5742704" y="3924949"/>
            <a:ext cx="449839" cy="217055"/>
          </a:xfrm>
          <a:prstGeom prst="rect">
            <a:avLst/>
          </a:prstGeom>
          <a:noFill/>
          <a:ln>
            <a:noFill/>
          </a:ln>
        </p:spPr>
      </p:pic>
      <p:pic>
        <p:nvPicPr>
          <p:cNvPr id="172" name="Google Shape;172;p5"/>
          <p:cNvPicPr preferRelativeResize="0"/>
          <p:nvPr/>
        </p:nvPicPr>
        <p:blipFill rotWithShape="1">
          <a:blip r:embed="rId7">
            <a:alphaModFix/>
          </a:blip>
          <a:srcRect b="0" l="0" r="0" t="0"/>
          <a:stretch/>
        </p:blipFill>
        <p:spPr>
          <a:xfrm>
            <a:off x="5742704" y="5101575"/>
            <a:ext cx="449839" cy="217055"/>
          </a:xfrm>
          <a:prstGeom prst="rect">
            <a:avLst/>
          </a:prstGeom>
          <a:noFill/>
          <a:ln>
            <a:noFill/>
          </a:ln>
        </p:spPr>
      </p:pic>
      <p:sp>
        <p:nvSpPr>
          <p:cNvPr id="173" name="Google Shape;173;p5"/>
          <p:cNvSpPr txBox="1"/>
          <p:nvPr/>
        </p:nvSpPr>
        <p:spPr>
          <a:xfrm>
            <a:off x="6056084" y="2479031"/>
            <a:ext cx="469280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Sub-título</a:t>
            </a:r>
            <a:endParaRPr/>
          </a:p>
        </p:txBody>
      </p:sp>
      <p:pic>
        <p:nvPicPr>
          <p:cNvPr id="174" name="Google Shape;174;p5"/>
          <p:cNvPicPr preferRelativeResize="0"/>
          <p:nvPr/>
        </p:nvPicPr>
        <p:blipFill rotWithShape="1">
          <a:blip r:embed="rId8">
            <a:alphaModFix/>
          </a:blip>
          <a:srcRect b="0" l="0" r="0" t="0"/>
          <a:stretch/>
        </p:blipFill>
        <p:spPr>
          <a:xfrm>
            <a:off x="10162844" y="691897"/>
            <a:ext cx="1375568" cy="342859"/>
          </a:xfrm>
          <a:prstGeom prst="rect">
            <a:avLst/>
          </a:prstGeom>
          <a:noFill/>
          <a:ln>
            <a:noFill/>
          </a:ln>
        </p:spPr>
      </p:pic>
      <p:sp>
        <p:nvSpPr>
          <p:cNvPr id="175" name="Google Shape;175;p5"/>
          <p:cNvSpPr/>
          <p:nvPr/>
        </p:nvSpPr>
        <p:spPr>
          <a:xfrm>
            <a:off x="-1" y="-1"/>
            <a:ext cx="4862970" cy="6858001"/>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5"/>
          <p:cNvSpPr txBox="1"/>
          <p:nvPr/>
        </p:nvSpPr>
        <p:spPr>
          <a:xfrm>
            <a:off x="2074129" y="3125362"/>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77" name="Google Shape;177;p5"/>
          <p:cNvSpPr txBox="1"/>
          <p:nvPr/>
        </p:nvSpPr>
        <p:spPr>
          <a:xfrm rot="-5400000">
            <a:off x="-1256548" y="4481129"/>
            <a:ext cx="337423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FFFFFF"/>
                </a:solidFill>
                <a:latin typeface="Calibri"/>
                <a:ea typeface="Calibri"/>
                <a:cs typeface="Calibri"/>
                <a:sym typeface="Calibri"/>
              </a:rPr>
              <a:t>Presentación </a:t>
            </a:r>
            <a:r>
              <a:rPr b="1" lang="en-US" sz="1600">
                <a:solidFill>
                  <a:srgbClr val="FFFFFF"/>
                </a:solidFill>
                <a:latin typeface="Calibri"/>
                <a:ea typeface="Calibri"/>
                <a:cs typeface="Calibri"/>
                <a:sym typeface="Calibri"/>
              </a:rPr>
              <a:t>ejecutiva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6"/>
          <p:cNvPicPr preferRelativeResize="0"/>
          <p:nvPr/>
        </p:nvPicPr>
        <p:blipFill rotWithShape="1">
          <a:blip r:embed="rId3">
            <a:alphaModFix/>
          </a:blip>
          <a:srcRect b="0" l="0" r="22532" t="0"/>
          <a:stretch/>
        </p:blipFill>
        <p:spPr>
          <a:xfrm rot="10800000">
            <a:off x="0" y="0"/>
            <a:ext cx="7836176" cy="6858000"/>
          </a:xfrm>
          <a:prstGeom prst="rect">
            <a:avLst/>
          </a:prstGeom>
          <a:noFill/>
          <a:ln>
            <a:noFill/>
          </a:ln>
        </p:spPr>
      </p:pic>
      <p:sp>
        <p:nvSpPr>
          <p:cNvPr id="183" name="Google Shape;183;p6"/>
          <p:cNvSpPr txBox="1"/>
          <p:nvPr/>
        </p:nvSpPr>
        <p:spPr>
          <a:xfrm>
            <a:off x="534658" y="1144608"/>
            <a:ext cx="4001185" cy="756041"/>
          </a:xfrm>
          <a:prstGeom prst="rect">
            <a:avLst/>
          </a:prstGeom>
          <a:noFill/>
          <a:ln>
            <a:noFill/>
          </a:ln>
        </p:spPr>
        <p:txBody>
          <a:bodyPr anchorCtr="0" anchor="t" bIns="45700" lIns="91425" spcFirstLastPara="1" rIns="91425" wrap="square" tIns="45700">
            <a:spAutoFit/>
          </a:bodyPr>
          <a:lstStyle/>
          <a:p>
            <a:pPr indent="0" lvl="0" marL="0" marR="0" rtl="0" algn="l">
              <a:lnSpc>
                <a:spcPct val="92592"/>
              </a:lnSpc>
              <a:spcBef>
                <a:spcPts val="0"/>
              </a:spcBef>
              <a:spcAft>
                <a:spcPts val="0"/>
              </a:spcAft>
              <a:buNone/>
            </a:pPr>
            <a:r>
              <a:rPr b="1" lang="en-US" sz="5400">
                <a:solidFill>
                  <a:srgbClr val="548135"/>
                </a:solidFill>
                <a:latin typeface="Calibri"/>
                <a:ea typeface="Calibri"/>
                <a:cs typeface="Calibri"/>
                <a:sym typeface="Calibri"/>
              </a:rPr>
              <a:t>Título Texto</a:t>
            </a:r>
            <a:endParaRPr/>
          </a:p>
        </p:txBody>
      </p:sp>
      <p:sp>
        <p:nvSpPr>
          <p:cNvPr id="184" name="Google Shape;184;p6"/>
          <p:cNvSpPr txBox="1"/>
          <p:nvPr/>
        </p:nvSpPr>
        <p:spPr>
          <a:xfrm>
            <a:off x="601892" y="604724"/>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Aquí</a:t>
            </a:r>
            <a:endParaRPr/>
          </a:p>
        </p:txBody>
      </p:sp>
      <p:sp>
        <p:nvSpPr>
          <p:cNvPr id="185" name="Google Shape;185;p6"/>
          <p:cNvSpPr/>
          <p:nvPr/>
        </p:nvSpPr>
        <p:spPr>
          <a:xfrm>
            <a:off x="2778596" y="4363141"/>
            <a:ext cx="9413405" cy="68740"/>
          </a:xfrm>
          <a:prstGeom prst="rect">
            <a:avLst/>
          </a:prstGeom>
          <a:solidFill>
            <a:srgbClr val="385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86" name="Google Shape;186;p6"/>
          <p:cNvPicPr preferRelativeResize="0"/>
          <p:nvPr/>
        </p:nvPicPr>
        <p:blipFill rotWithShape="1">
          <a:blip r:embed="rId4">
            <a:alphaModFix/>
          </a:blip>
          <a:srcRect b="0" l="0" r="0" t="0"/>
          <a:stretch/>
        </p:blipFill>
        <p:spPr>
          <a:xfrm>
            <a:off x="1721954" y="3777450"/>
            <a:ext cx="1206776" cy="1206776"/>
          </a:xfrm>
          <a:prstGeom prst="rect">
            <a:avLst/>
          </a:prstGeom>
          <a:noFill/>
          <a:ln>
            <a:noFill/>
          </a:ln>
        </p:spPr>
      </p:pic>
      <p:pic>
        <p:nvPicPr>
          <p:cNvPr id="187" name="Google Shape;187;p6"/>
          <p:cNvPicPr preferRelativeResize="0"/>
          <p:nvPr/>
        </p:nvPicPr>
        <p:blipFill rotWithShape="1">
          <a:blip r:embed="rId4">
            <a:alphaModFix/>
          </a:blip>
          <a:srcRect b="0" l="0" r="0" t="0"/>
          <a:stretch/>
        </p:blipFill>
        <p:spPr>
          <a:xfrm>
            <a:off x="4448609" y="3777450"/>
            <a:ext cx="1206776" cy="1206776"/>
          </a:xfrm>
          <a:prstGeom prst="rect">
            <a:avLst/>
          </a:prstGeom>
          <a:noFill/>
          <a:ln>
            <a:noFill/>
          </a:ln>
        </p:spPr>
      </p:pic>
      <p:pic>
        <p:nvPicPr>
          <p:cNvPr id="188" name="Google Shape;188;p6"/>
          <p:cNvPicPr preferRelativeResize="0"/>
          <p:nvPr/>
        </p:nvPicPr>
        <p:blipFill rotWithShape="1">
          <a:blip r:embed="rId4">
            <a:alphaModFix/>
          </a:blip>
          <a:srcRect b="0" l="0" r="0" t="0"/>
          <a:stretch/>
        </p:blipFill>
        <p:spPr>
          <a:xfrm>
            <a:off x="7168317" y="3777450"/>
            <a:ext cx="1206776" cy="1206776"/>
          </a:xfrm>
          <a:prstGeom prst="rect">
            <a:avLst/>
          </a:prstGeom>
          <a:noFill/>
          <a:ln>
            <a:noFill/>
          </a:ln>
        </p:spPr>
      </p:pic>
      <p:pic>
        <p:nvPicPr>
          <p:cNvPr id="189" name="Google Shape;189;p6"/>
          <p:cNvPicPr preferRelativeResize="0"/>
          <p:nvPr/>
        </p:nvPicPr>
        <p:blipFill rotWithShape="1">
          <a:blip r:embed="rId4">
            <a:alphaModFix/>
          </a:blip>
          <a:srcRect b="0" l="0" r="0" t="0"/>
          <a:stretch/>
        </p:blipFill>
        <p:spPr>
          <a:xfrm>
            <a:off x="9832004" y="3777450"/>
            <a:ext cx="1206776" cy="1206776"/>
          </a:xfrm>
          <a:prstGeom prst="rect">
            <a:avLst/>
          </a:prstGeom>
          <a:noFill/>
          <a:ln>
            <a:noFill/>
          </a:ln>
        </p:spPr>
      </p:pic>
      <p:sp>
        <p:nvSpPr>
          <p:cNvPr id="190" name="Google Shape;190;p6"/>
          <p:cNvSpPr txBox="1"/>
          <p:nvPr/>
        </p:nvSpPr>
        <p:spPr>
          <a:xfrm>
            <a:off x="965017"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pic>
        <p:nvPicPr>
          <p:cNvPr id="191" name="Google Shape;191;p6"/>
          <p:cNvPicPr preferRelativeResize="0"/>
          <p:nvPr/>
        </p:nvPicPr>
        <p:blipFill rotWithShape="1">
          <a:blip r:embed="rId5">
            <a:alphaModFix/>
          </a:blip>
          <a:srcRect b="0" l="0" r="0" t="0"/>
          <a:stretch/>
        </p:blipFill>
        <p:spPr>
          <a:xfrm>
            <a:off x="1967138" y="4035925"/>
            <a:ext cx="673908" cy="654431"/>
          </a:xfrm>
          <a:prstGeom prst="rect">
            <a:avLst/>
          </a:prstGeom>
          <a:noFill/>
          <a:ln>
            <a:noFill/>
          </a:ln>
        </p:spPr>
      </p:pic>
      <p:pic>
        <p:nvPicPr>
          <p:cNvPr id="192" name="Google Shape;192;p6"/>
          <p:cNvPicPr preferRelativeResize="0"/>
          <p:nvPr/>
        </p:nvPicPr>
        <p:blipFill rotWithShape="1">
          <a:blip r:embed="rId5">
            <a:alphaModFix/>
          </a:blip>
          <a:srcRect b="0" l="0" r="0" t="0"/>
          <a:stretch/>
        </p:blipFill>
        <p:spPr>
          <a:xfrm>
            <a:off x="4715043" y="4035925"/>
            <a:ext cx="673908" cy="654431"/>
          </a:xfrm>
          <a:prstGeom prst="rect">
            <a:avLst/>
          </a:prstGeom>
          <a:noFill/>
          <a:ln>
            <a:noFill/>
          </a:ln>
        </p:spPr>
      </p:pic>
      <p:pic>
        <p:nvPicPr>
          <p:cNvPr id="193" name="Google Shape;193;p6"/>
          <p:cNvPicPr preferRelativeResize="0"/>
          <p:nvPr/>
        </p:nvPicPr>
        <p:blipFill rotWithShape="1">
          <a:blip r:embed="rId5">
            <a:alphaModFix/>
          </a:blip>
          <a:srcRect b="0" l="0" r="0" t="0"/>
          <a:stretch/>
        </p:blipFill>
        <p:spPr>
          <a:xfrm>
            <a:off x="7424393" y="4035925"/>
            <a:ext cx="673908" cy="654431"/>
          </a:xfrm>
          <a:prstGeom prst="rect">
            <a:avLst/>
          </a:prstGeom>
          <a:noFill/>
          <a:ln>
            <a:noFill/>
          </a:ln>
        </p:spPr>
      </p:pic>
      <p:pic>
        <p:nvPicPr>
          <p:cNvPr id="194" name="Google Shape;194;p6"/>
          <p:cNvPicPr preferRelativeResize="0"/>
          <p:nvPr/>
        </p:nvPicPr>
        <p:blipFill rotWithShape="1">
          <a:blip r:embed="rId5">
            <a:alphaModFix/>
          </a:blip>
          <a:srcRect b="0" l="0" r="0" t="0"/>
          <a:stretch/>
        </p:blipFill>
        <p:spPr>
          <a:xfrm>
            <a:off x="10098438" y="4035925"/>
            <a:ext cx="673908" cy="654431"/>
          </a:xfrm>
          <a:prstGeom prst="rect">
            <a:avLst/>
          </a:prstGeom>
          <a:noFill/>
          <a:ln>
            <a:noFill/>
          </a:ln>
        </p:spPr>
      </p:pic>
      <p:pic>
        <p:nvPicPr>
          <p:cNvPr id="195" name="Google Shape;195;p6"/>
          <p:cNvPicPr preferRelativeResize="0"/>
          <p:nvPr/>
        </p:nvPicPr>
        <p:blipFill rotWithShape="1">
          <a:blip r:embed="rId6">
            <a:alphaModFix/>
          </a:blip>
          <a:srcRect b="0" l="0" r="0" t="0"/>
          <a:stretch/>
        </p:blipFill>
        <p:spPr>
          <a:xfrm>
            <a:off x="644182" y="2138497"/>
            <a:ext cx="3782135" cy="1159374"/>
          </a:xfrm>
          <a:prstGeom prst="rect">
            <a:avLst/>
          </a:prstGeom>
          <a:noFill/>
          <a:ln>
            <a:noFill/>
          </a:ln>
        </p:spPr>
      </p:pic>
      <p:sp>
        <p:nvSpPr>
          <p:cNvPr id="196" name="Google Shape;196;p6"/>
          <p:cNvSpPr txBox="1"/>
          <p:nvPr/>
        </p:nvSpPr>
        <p:spPr>
          <a:xfrm>
            <a:off x="820206" y="2275859"/>
            <a:ext cx="321977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Hay muchas variaciones de los pasajes de Lorem Ipsum disponibles, pero la mayoría sufrió alteraciones.</a:t>
            </a:r>
            <a:endParaRPr/>
          </a:p>
        </p:txBody>
      </p:sp>
      <p:pic>
        <p:nvPicPr>
          <p:cNvPr id="197" name="Google Shape;197;p6"/>
          <p:cNvPicPr preferRelativeResize="0"/>
          <p:nvPr/>
        </p:nvPicPr>
        <p:blipFill rotWithShape="1">
          <a:blip r:embed="rId7">
            <a:alphaModFix/>
          </a:blip>
          <a:srcRect b="0" l="0" r="0" t="0"/>
          <a:stretch/>
        </p:blipFill>
        <p:spPr>
          <a:xfrm flipH="1">
            <a:off x="5074243" y="0"/>
            <a:ext cx="314708" cy="3297871"/>
          </a:xfrm>
          <a:prstGeom prst="rect">
            <a:avLst/>
          </a:prstGeom>
          <a:noFill/>
          <a:ln>
            <a:noFill/>
          </a:ln>
        </p:spPr>
      </p:pic>
      <p:pic>
        <p:nvPicPr>
          <p:cNvPr id="198" name="Google Shape;198;p6"/>
          <p:cNvPicPr preferRelativeResize="0"/>
          <p:nvPr/>
        </p:nvPicPr>
        <p:blipFill rotWithShape="1">
          <a:blip r:embed="rId8">
            <a:alphaModFix/>
          </a:blip>
          <a:srcRect b="0" l="-155470" r="-1" t="25391"/>
          <a:stretch/>
        </p:blipFill>
        <p:spPr>
          <a:xfrm>
            <a:off x="546786" y="3570728"/>
            <a:ext cx="97335" cy="2690995"/>
          </a:xfrm>
          <a:prstGeom prst="rect">
            <a:avLst/>
          </a:prstGeom>
          <a:noFill/>
          <a:ln>
            <a:noFill/>
          </a:ln>
        </p:spPr>
      </p:pic>
      <p:sp>
        <p:nvSpPr>
          <p:cNvPr id="199" name="Google Shape;199;p6"/>
          <p:cNvSpPr txBox="1"/>
          <p:nvPr/>
        </p:nvSpPr>
        <p:spPr>
          <a:xfrm rot="-5400000">
            <a:off x="-841749" y="4895881"/>
            <a:ext cx="254464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b="1" sz="1400">
              <a:solidFill>
                <a:srgbClr val="0086CC"/>
              </a:solidFill>
              <a:latin typeface="Calibri"/>
              <a:ea typeface="Calibri"/>
              <a:cs typeface="Calibri"/>
              <a:sym typeface="Calibri"/>
            </a:endParaRPr>
          </a:p>
        </p:txBody>
      </p:sp>
      <p:sp>
        <p:nvSpPr>
          <p:cNvPr id="200" name="Google Shape;200;p6"/>
          <p:cNvSpPr txBox="1"/>
          <p:nvPr/>
        </p:nvSpPr>
        <p:spPr>
          <a:xfrm>
            <a:off x="3710176"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sp>
        <p:nvSpPr>
          <p:cNvPr id="201" name="Google Shape;201;p6"/>
          <p:cNvSpPr txBox="1"/>
          <p:nvPr/>
        </p:nvSpPr>
        <p:spPr>
          <a:xfrm>
            <a:off x="6368290"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sp>
        <p:nvSpPr>
          <p:cNvPr id="202" name="Google Shape;202;p6"/>
          <p:cNvSpPr txBox="1"/>
          <p:nvPr/>
        </p:nvSpPr>
        <p:spPr>
          <a:xfrm>
            <a:off x="9113449"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sp>
        <p:nvSpPr>
          <p:cNvPr id="203" name="Google Shape;203;p6"/>
          <p:cNvSpPr/>
          <p:nvPr/>
        </p:nvSpPr>
        <p:spPr>
          <a:xfrm>
            <a:off x="5373544" y="-1158"/>
            <a:ext cx="6818457" cy="3299029"/>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6"/>
          <p:cNvSpPr txBox="1"/>
          <p:nvPr/>
        </p:nvSpPr>
        <p:spPr>
          <a:xfrm>
            <a:off x="8420567" y="1463690"/>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205" name="Google Shape;205;p6"/>
          <p:cNvPicPr preferRelativeResize="0"/>
          <p:nvPr/>
        </p:nvPicPr>
        <p:blipFill rotWithShape="1">
          <a:blip r:embed="rId9">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7"/>
          <p:cNvPicPr preferRelativeResize="0"/>
          <p:nvPr/>
        </p:nvPicPr>
        <p:blipFill rotWithShape="1">
          <a:blip r:embed="rId3">
            <a:alphaModFix amt="65000"/>
          </a:blip>
          <a:srcRect b="0" l="0" r="25015" t="0"/>
          <a:stretch/>
        </p:blipFill>
        <p:spPr>
          <a:xfrm flipH="1">
            <a:off x="-1" y="0"/>
            <a:ext cx="9142061" cy="6853650"/>
          </a:xfrm>
          <a:prstGeom prst="rect">
            <a:avLst/>
          </a:prstGeom>
          <a:noFill/>
          <a:ln>
            <a:noFill/>
          </a:ln>
        </p:spPr>
      </p:pic>
      <p:pic>
        <p:nvPicPr>
          <p:cNvPr id="211" name="Google Shape;211;p7"/>
          <p:cNvPicPr preferRelativeResize="0"/>
          <p:nvPr/>
        </p:nvPicPr>
        <p:blipFill rotWithShape="1">
          <a:blip r:embed="rId4">
            <a:alphaModFix amt="60000"/>
          </a:blip>
          <a:srcRect b="0" l="0" r="0" t="0"/>
          <a:stretch/>
        </p:blipFill>
        <p:spPr>
          <a:xfrm flipH="1">
            <a:off x="2588872" y="3622669"/>
            <a:ext cx="4772113" cy="3235331"/>
          </a:xfrm>
          <a:prstGeom prst="rect">
            <a:avLst/>
          </a:prstGeom>
          <a:noFill/>
          <a:ln>
            <a:noFill/>
          </a:ln>
        </p:spPr>
      </p:pic>
      <p:pic>
        <p:nvPicPr>
          <p:cNvPr id="212" name="Google Shape;212;p7"/>
          <p:cNvPicPr preferRelativeResize="0"/>
          <p:nvPr/>
        </p:nvPicPr>
        <p:blipFill rotWithShape="1">
          <a:blip r:embed="rId5">
            <a:alphaModFix/>
          </a:blip>
          <a:srcRect b="0" l="-155470" r="-1" t="25391"/>
          <a:stretch/>
        </p:blipFill>
        <p:spPr>
          <a:xfrm>
            <a:off x="546786" y="3570728"/>
            <a:ext cx="97335" cy="2690995"/>
          </a:xfrm>
          <a:prstGeom prst="rect">
            <a:avLst/>
          </a:prstGeom>
          <a:noFill/>
          <a:ln>
            <a:noFill/>
          </a:ln>
        </p:spPr>
      </p:pic>
      <p:sp>
        <p:nvSpPr>
          <p:cNvPr id="213" name="Google Shape;213;p7"/>
          <p:cNvSpPr txBox="1"/>
          <p:nvPr/>
        </p:nvSpPr>
        <p:spPr>
          <a:xfrm rot="-5400000">
            <a:off x="-735420" y="5002211"/>
            <a:ext cx="23319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b="1" sz="1400">
              <a:solidFill>
                <a:srgbClr val="0086CC"/>
              </a:solidFill>
              <a:latin typeface="Calibri"/>
              <a:ea typeface="Calibri"/>
              <a:cs typeface="Calibri"/>
              <a:sym typeface="Calibri"/>
            </a:endParaRPr>
          </a:p>
        </p:txBody>
      </p:sp>
      <p:sp>
        <p:nvSpPr>
          <p:cNvPr id="214" name="Google Shape;214;p7"/>
          <p:cNvSpPr txBox="1"/>
          <p:nvPr/>
        </p:nvSpPr>
        <p:spPr>
          <a:xfrm>
            <a:off x="854564" y="746811"/>
            <a:ext cx="4001185"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rgbClr val="0086CC"/>
                </a:solidFill>
                <a:latin typeface="Calibri"/>
                <a:ea typeface="Calibri"/>
                <a:cs typeface="Calibri"/>
                <a:sym typeface="Calibri"/>
              </a:rPr>
              <a:t>Título</a:t>
            </a:r>
            <a:endParaRPr/>
          </a:p>
        </p:txBody>
      </p:sp>
      <p:sp>
        <p:nvSpPr>
          <p:cNvPr id="215" name="Google Shape;215;p7"/>
          <p:cNvSpPr txBox="1"/>
          <p:nvPr/>
        </p:nvSpPr>
        <p:spPr>
          <a:xfrm>
            <a:off x="854564" y="1579263"/>
            <a:ext cx="5310709"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rgbClr val="1F3864"/>
                </a:solidFill>
                <a:latin typeface="Calibri"/>
                <a:ea typeface="Calibri"/>
                <a:cs typeface="Calibri"/>
                <a:sym typeface="Calibri"/>
              </a:rPr>
              <a:t>Es un hecho establecido hace demasiado tiempo que un lector se distraerá con el contenido del texto de un sitio mientras que mira su diseño. El punto de usar Lorem Ipsum es que tiene una distribución más o menos normal de las letras, al contrario de usar textos como por ejemplo "Contenido aquí, contenido aquí". Estos textos hacen parecerlo un español que se puede leer. Muchos paquetes de autoedición y editores de páginas web usan el Lorem Ipsum como su texto por defecto, y al hacer una búsqueda de "Lorem Ipsum" va a dar por resultado muchos sitios web que usan este texto si se encuentran en estado de desarrollo. Muchas versiones han evolucionado a través de los años, algunas veces por accidente, otras veces a propósito (por ejemplo insertándole humor y cosas por el estilo). No sólo sobrevivió 500 años, sino que tambien ingresó como texto de relleno en documentos electrónicos, quedando esencialmente igual al original. Fue popularizado en los 60s con la creación de las hojas "Letraset", las cuales contenian pasajes de Lorem Ipsum.</a:t>
            </a:r>
            <a:endParaRPr/>
          </a:p>
        </p:txBody>
      </p:sp>
      <p:sp>
        <p:nvSpPr>
          <p:cNvPr id="216" name="Google Shape;216;p7"/>
          <p:cNvSpPr txBox="1"/>
          <p:nvPr/>
        </p:nvSpPr>
        <p:spPr>
          <a:xfrm>
            <a:off x="6659619" y="2564148"/>
            <a:ext cx="4673399" cy="280076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rgbClr val="1F3864"/>
                </a:solidFill>
                <a:latin typeface="Calibri"/>
                <a:ea typeface="Calibri"/>
                <a:cs typeface="Calibri"/>
                <a:sym typeface="Calibri"/>
              </a:rPr>
              <a:t>Hay muchas variaciones de los pasajes de Lorem Ipsum disponibles, pero la mayoría sufrió alteraciones en alguna manera, ya sea porque se le agregó humor, o palabras aleatorias que no parecen ni un poco creíbles. Si vas a utilizar un pasaje de Lorem Ipsum, necesitás estar seguro de que no hay nada avergonzante escondido en el medio del texto. Todos los generadores de Lorem Ipsum que se encuentran en Internet tienden a repetir trozos predefinidos cuando sea necesario, haciendo a este el único generador verdadero (válido) en la Internet.</a:t>
            </a:r>
            <a:endParaRPr/>
          </a:p>
        </p:txBody>
      </p:sp>
      <p:pic>
        <p:nvPicPr>
          <p:cNvPr id="217" name="Google Shape;217;p7"/>
          <p:cNvPicPr preferRelativeResize="0"/>
          <p:nvPr/>
        </p:nvPicPr>
        <p:blipFill rotWithShape="1">
          <a:blip r:embed="rId6">
            <a:alphaModFix/>
          </a:blip>
          <a:srcRect b="0" l="0" r="0" t="0"/>
          <a:stretch/>
        </p:blipFill>
        <p:spPr>
          <a:xfrm>
            <a:off x="6682508" y="1441938"/>
            <a:ext cx="953629" cy="860136"/>
          </a:xfrm>
          <a:prstGeom prst="rect">
            <a:avLst/>
          </a:prstGeom>
          <a:noFill/>
          <a:ln>
            <a:noFill/>
          </a:ln>
        </p:spPr>
      </p:pic>
      <p:pic>
        <p:nvPicPr>
          <p:cNvPr id="218" name="Google Shape;218;p7"/>
          <p:cNvPicPr preferRelativeResize="0"/>
          <p:nvPr/>
        </p:nvPicPr>
        <p:blipFill rotWithShape="1">
          <a:blip r:embed="rId7">
            <a:alphaModFix/>
          </a:blip>
          <a:srcRect b="0" l="0" r="0" t="0"/>
          <a:stretch/>
        </p:blipFill>
        <p:spPr>
          <a:xfrm>
            <a:off x="10162845" y="691896"/>
            <a:ext cx="1375568" cy="3428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8"/>
          <p:cNvPicPr preferRelativeResize="0"/>
          <p:nvPr/>
        </p:nvPicPr>
        <p:blipFill rotWithShape="1">
          <a:blip r:embed="rId3">
            <a:alphaModFix/>
          </a:blip>
          <a:srcRect b="0" l="0" r="10019" t="0"/>
          <a:stretch/>
        </p:blipFill>
        <p:spPr>
          <a:xfrm>
            <a:off x="2121903" y="0"/>
            <a:ext cx="10070097" cy="6858000"/>
          </a:xfrm>
          <a:prstGeom prst="rect">
            <a:avLst/>
          </a:prstGeom>
          <a:noFill/>
          <a:ln>
            <a:noFill/>
          </a:ln>
        </p:spPr>
      </p:pic>
      <p:pic>
        <p:nvPicPr>
          <p:cNvPr id="224" name="Google Shape;224;p8"/>
          <p:cNvPicPr preferRelativeResize="0"/>
          <p:nvPr/>
        </p:nvPicPr>
        <p:blipFill rotWithShape="1">
          <a:blip r:embed="rId4">
            <a:alphaModFix/>
          </a:blip>
          <a:srcRect b="0" l="-155470" r="-1" t="25391"/>
          <a:stretch/>
        </p:blipFill>
        <p:spPr>
          <a:xfrm>
            <a:off x="546786" y="3570728"/>
            <a:ext cx="97335" cy="2690995"/>
          </a:xfrm>
          <a:prstGeom prst="rect">
            <a:avLst/>
          </a:prstGeom>
          <a:noFill/>
          <a:ln>
            <a:noFill/>
          </a:ln>
        </p:spPr>
      </p:pic>
      <p:sp>
        <p:nvSpPr>
          <p:cNvPr id="225" name="Google Shape;225;p8"/>
          <p:cNvSpPr txBox="1"/>
          <p:nvPr/>
        </p:nvSpPr>
        <p:spPr>
          <a:xfrm rot="-5400000">
            <a:off x="-846256" y="4891374"/>
            <a:ext cx="25536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pic>
        <p:nvPicPr>
          <p:cNvPr id="226" name="Google Shape;226;p8"/>
          <p:cNvPicPr preferRelativeResize="0"/>
          <p:nvPr/>
        </p:nvPicPr>
        <p:blipFill rotWithShape="1">
          <a:blip r:embed="rId5">
            <a:alphaModFix/>
          </a:blip>
          <a:srcRect b="0" l="0" r="0" t="0"/>
          <a:stretch/>
        </p:blipFill>
        <p:spPr>
          <a:xfrm>
            <a:off x="10162845" y="691896"/>
            <a:ext cx="1375568" cy="342860"/>
          </a:xfrm>
          <a:prstGeom prst="rect">
            <a:avLst/>
          </a:prstGeom>
          <a:noFill/>
          <a:ln>
            <a:noFill/>
          </a:ln>
        </p:spPr>
      </p:pic>
      <p:pic>
        <p:nvPicPr>
          <p:cNvPr id="227" name="Google Shape;227;p8"/>
          <p:cNvPicPr preferRelativeResize="0"/>
          <p:nvPr/>
        </p:nvPicPr>
        <p:blipFill rotWithShape="1">
          <a:blip r:embed="rId6">
            <a:alphaModFix amt="60000"/>
          </a:blip>
          <a:srcRect b="0" l="0" r="0" t="0"/>
          <a:stretch/>
        </p:blipFill>
        <p:spPr>
          <a:xfrm flipH="1">
            <a:off x="0" y="0"/>
            <a:ext cx="3088958" cy="28651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9"/>
          <p:cNvPicPr preferRelativeResize="0"/>
          <p:nvPr/>
        </p:nvPicPr>
        <p:blipFill rotWithShape="1">
          <a:blip r:embed="rId3">
            <a:alphaModFix/>
          </a:blip>
          <a:srcRect b="4250" l="161" r="160" t="4251"/>
          <a:stretch/>
        </p:blipFill>
        <p:spPr>
          <a:xfrm>
            <a:off x="0" y="1"/>
            <a:ext cx="12192000" cy="6858000"/>
          </a:xfrm>
          <a:prstGeom prst="rect">
            <a:avLst/>
          </a:prstGeom>
          <a:noFill/>
          <a:ln>
            <a:noFill/>
          </a:ln>
        </p:spPr>
      </p:pic>
      <p:pic>
        <p:nvPicPr>
          <p:cNvPr id="233" name="Google Shape;233;p9"/>
          <p:cNvPicPr preferRelativeResize="0"/>
          <p:nvPr/>
        </p:nvPicPr>
        <p:blipFill rotWithShape="1">
          <a:blip r:embed="rId4">
            <a:alphaModFix amt="60000"/>
          </a:blip>
          <a:srcRect b="0" l="0" r="0" t="0"/>
          <a:stretch/>
        </p:blipFill>
        <p:spPr>
          <a:xfrm>
            <a:off x="5974080" y="0"/>
            <a:ext cx="6217920" cy="5767346"/>
          </a:xfrm>
          <a:prstGeom prst="rect">
            <a:avLst/>
          </a:prstGeom>
          <a:noFill/>
          <a:ln>
            <a:noFill/>
          </a:ln>
        </p:spPr>
      </p:pic>
      <p:sp>
        <p:nvSpPr>
          <p:cNvPr id="234" name="Google Shape;234;p9"/>
          <p:cNvSpPr txBox="1"/>
          <p:nvPr/>
        </p:nvSpPr>
        <p:spPr>
          <a:xfrm rot="-5400000">
            <a:off x="-846256" y="4891374"/>
            <a:ext cx="25536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alibri"/>
                <a:ea typeface="Calibri"/>
                <a:cs typeface="Calibri"/>
                <a:sym typeface="Calibri"/>
              </a:rPr>
              <a:t>Presentación </a:t>
            </a:r>
            <a:r>
              <a:rPr b="1" lang="en-US" sz="1400">
                <a:solidFill>
                  <a:schemeClr val="lt1"/>
                </a:solidFill>
                <a:latin typeface="Calibri"/>
                <a:ea typeface="Calibri"/>
                <a:cs typeface="Calibri"/>
                <a:sym typeface="Calibri"/>
              </a:rPr>
              <a:t>ejecutiva</a:t>
            </a:r>
            <a:endParaRPr/>
          </a:p>
        </p:txBody>
      </p:sp>
      <p:pic>
        <p:nvPicPr>
          <p:cNvPr id="235" name="Google Shape;235;p9"/>
          <p:cNvPicPr preferRelativeResize="0"/>
          <p:nvPr/>
        </p:nvPicPr>
        <p:blipFill rotWithShape="1">
          <a:blip r:embed="rId5">
            <a:alphaModFix/>
          </a:blip>
          <a:srcRect b="0" l="-155470" r="-1" t="25391"/>
          <a:stretch/>
        </p:blipFill>
        <p:spPr>
          <a:xfrm>
            <a:off x="546786" y="3570728"/>
            <a:ext cx="97335" cy="2690995"/>
          </a:xfrm>
          <a:prstGeom prst="rect">
            <a:avLst/>
          </a:prstGeom>
          <a:noFill/>
          <a:ln>
            <a:noFill/>
          </a:ln>
        </p:spPr>
      </p:pic>
      <p:pic>
        <p:nvPicPr>
          <p:cNvPr id="236" name="Google Shape;236;p9"/>
          <p:cNvPicPr preferRelativeResize="0"/>
          <p:nvPr/>
        </p:nvPicPr>
        <p:blipFill rotWithShape="1">
          <a:blip r:embed="rId6">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10"/>
          <p:cNvPicPr preferRelativeResize="0"/>
          <p:nvPr/>
        </p:nvPicPr>
        <p:blipFill rotWithShape="1">
          <a:blip r:embed="rId3">
            <a:alphaModFix amt="61000"/>
          </a:blip>
          <a:srcRect b="41401" l="0" r="0" t="8087"/>
          <a:stretch/>
        </p:blipFill>
        <p:spPr>
          <a:xfrm>
            <a:off x="276682" y="0"/>
            <a:ext cx="11677754" cy="6858001"/>
          </a:xfrm>
          <a:prstGeom prst="rect">
            <a:avLst/>
          </a:prstGeom>
          <a:noFill/>
          <a:ln>
            <a:noFill/>
          </a:ln>
        </p:spPr>
      </p:pic>
      <p:pic>
        <p:nvPicPr>
          <p:cNvPr id="242" name="Google Shape;242;p10"/>
          <p:cNvPicPr preferRelativeResize="0"/>
          <p:nvPr/>
        </p:nvPicPr>
        <p:blipFill rotWithShape="1">
          <a:blip r:embed="rId4">
            <a:alphaModFix/>
          </a:blip>
          <a:srcRect b="0" l="-155470" r="-1" t="25391"/>
          <a:stretch/>
        </p:blipFill>
        <p:spPr>
          <a:xfrm>
            <a:off x="546786" y="3570728"/>
            <a:ext cx="97335" cy="2690995"/>
          </a:xfrm>
          <a:prstGeom prst="rect">
            <a:avLst/>
          </a:prstGeom>
          <a:noFill/>
          <a:ln>
            <a:noFill/>
          </a:ln>
        </p:spPr>
      </p:pic>
      <p:sp>
        <p:nvSpPr>
          <p:cNvPr id="243" name="Google Shape;243;p10"/>
          <p:cNvSpPr txBox="1"/>
          <p:nvPr/>
        </p:nvSpPr>
        <p:spPr>
          <a:xfrm rot="-5400000">
            <a:off x="-797765" y="4939865"/>
            <a:ext cx="245667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pic>
        <p:nvPicPr>
          <p:cNvPr id="244" name="Google Shape;244;p10"/>
          <p:cNvPicPr preferRelativeResize="0"/>
          <p:nvPr/>
        </p:nvPicPr>
        <p:blipFill rotWithShape="1">
          <a:blip r:embed="rId5">
            <a:alphaModFix/>
          </a:blip>
          <a:srcRect b="0" l="0" r="0" t="0"/>
          <a:stretch/>
        </p:blipFill>
        <p:spPr>
          <a:xfrm>
            <a:off x="10162845" y="691896"/>
            <a:ext cx="1375568" cy="3428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11"/>
          <p:cNvPicPr preferRelativeResize="0"/>
          <p:nvPr/>
        </p:nvPicPr>
        <p:blipFill rotWithShape="1">
          <a:blip r:embed="rId3">
            <a:alphaModFix/>
          </a:blip>
          <a:srcRect b="4250" l="161" r="160" t="4251"/>
          <a:stretch/>
        </p:blipFill>
        <p:spPr>
          <a:xfrm flipH="1">
            <a:off x="0" y="1"/>
            <a:ext cx="12192000" cy="6858000"/>
          </a:xfrm>
          <a:prstGeom prst="rect">
            <a:avLst/>
          </a:prstGeom>
          <a:noFill/>
          <a:ln>
            <a:noFill/>
          </a:ln>
        </p:spPr>
      </p:pic>
      <p:pic>
        <p:nvPicPr>
          <p:cNvPr id="250" name="Google Shape;250;p11"/>
          <p:cNvPicPr preferRelativeResize="0"/>
          <p:nvPr/>
        </p:nvPicPr>
        <p:blipFill rotWithShape="1">
          <a:blip r:embed="rId4">
            <a:alphaModFix amt="34000"/>
          </a:blip>
          <a:srcRect b="0" l="5712" r="18120" t="0"/>
          <a:stretch/>
        </p:blipFill>
        <p:spPr>
          <a:xfrm>
            <a:off x="0" y="0"/>
            <a:ext cx="12192000" cy="6858000"/>
          </a:xfrm>
          <a:prstGeom prst="rect">
            <a:avLst/>
          </a:prstGeom>
          <a:noFill/>
          <a:ln>
            <a:noFill/>
          </a:ln>
        </p:spPr>
      </p:pic>
      <p:sp>
        <p:nvSpPr>
          <p:cNvPr id="251" name="Google Shape;251;p11"/>
          <p:cNvSpPr txBox="1"/>
          <p:nvPr/>
        </p:nvSpPr>
        <p:spPr>
          <a:xfrm>
            <a:off x="6844407" y="2378110"/>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Calibri"/>
                <a:ea typeface="Calibri"/>
                <a:cs typeface="Calibri"/>
                <a:sym typeface="Calibri"/>
              </a:rPr>
              <a:t>Sección Aquí</a:t>
            </a:r>
            <a:endParaRPr/>
          </a:p>
        </p:txBody>
      </p:sp>
      <p:sp>
        <p:nvSpPr>
          <p:cNvPr id="252" name="Google Shape;252;p11"/>
          <p:cNvSpPr txBox="1"/>
          <p:nvPr/>
        </p:nvSpPr>
        <p:spPr>
          <a:xfrm>
            <a:off x="6803564" y="3110183"/>
            <a:ext cx="4001185" cy="1417568"/>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chemeClr val="lt1"/>
                </a:solidFill>
                <a:latin typeface="Calibri"/>
                <a:ea typeface="Calibri"/>
                <a:cs typeface="Calibri"/>
                <a:sym typeface="Calibri"/>
              </a:rPr>
              <a:t>Story About lorem</a:t>
            </a:r>
            <a:endParaRPr/>
          </a:p>
        </p:txBody>
      </p:sp>
      <p:sp>
        <p:nvSpPr>
          <p:cNvPr id="253" name="Google Shape;253;p11"/>
          <p:cNvSpPr txBox="1"/>
          <p:nvPr/>
        </p:nvSpPr>
        <p:spPr>
          <a:xfrm>
            <a:off x="6844408" y="4628882"/>
            <a:ext cx="3625472"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Al contrario del pensamiento popular, el texto de Lorem Ipsum no es simplemente texto aleatorio. Tiene sus raices en una pieza cl´sica de la literatura del Latin</a:t>
            </a:r>
            <a:endParaRPr b="1" sz="1600">
              <a:solidFill>
                <a:schemeClr val="lt1"/>
              </a:solidFill>
              <a:latin typeface="Calibri"/>
              <a:ea typeface="Calibri"/>
              <a:cs typeface="Calibri"/>
              <a:sym typeface="Calibri"/>
            </a:endParaRPr>
          </a:p>
        </p:txBody>
      </p:sp>
      <p:pic>
        <p:nvPicPr>
          <p:cNvPr id="254" name="Google Shape;254;p11"/>
          <p:cNvPicPr preferRelativeResize="0"/>
          <p:nvPr/>
        </p:nvPicPr>
        <p:blipFill rotWithShape="1">
          <a:blip r:embed="rId5">
            <a:alphaModFix/>
          </a:blip>
          <a:srcRect b="0" l="0" r="0" t="0"/>
          <a:stretch/>
        </p:blipFill>
        <p:spPr>
          <a:xfrm>
            <a:off x="916072" y="2128729"/>
            <a:ext cx="67729" cy="4154054"/>
          </a:xfrm>
          <a:prstGeom prst="rect">
            <a:avLst/>
          </a:prstGeom>
          <a:noFill/>
          <a:ln>
            <a:noFill/>
          </a:ln>
        </p:spPr>
      </p:pic>
      <p:sp>
        <p:nvSpPr>
          <p:cNvPr id="255" name="Google Shape;255;p11"/>
          <p:cNvSpPr txBox="1"/>
          <p:nvPr/>
        </p:nvSpPr>
        <p:spPr>
          <a:xfrm rot="-5400000">
            <a:off x="-610753" y="4904198"/>
            <a:ext cx="25823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Presentación </a:t>
            </a:r>
            <a:r>
              <a:rPr b="1" lang="en-US" sz="1600">
                <a:solidFill>
                  <a:schemeClr val="lt1"/>
                </a:solidFill>
                <a:latin typeface="Calibri"/>
                <a:ea typeface="Calibri"/>
                <a:cs typeface="Calibri"/>
                <a:sym typeface="Calibri"/>
              </a:rPr>
              <a:t>ejecutiva</a:t>
            </a:r>
            <a:endParaRPr b="1" sz="1600">
              <a:solidFill>
                <a:schemeClr val="lt1"/>
              </a:solidFill>
              <a:latin typeface="Calibri"/>
              <a:ea typeface="Calibri"/>
              <a:cs typeface="Calibri"/>
              <a:sym typeface="Calibri"/>
            </a:endParaRPr>
          </a:p>
        </p:txBody>
      </p:sp>
      <p:pic>
        <p:nvPicPr>
          <p:cNvPr id="256" name="Google Shape;256;p11"/>
          <p:cNvPicPr preferRelativeResize="0"/>
          <p:nvPr/>
        </p:nvPicPr>
        <p:blipFill rotWithShape="1">
          <a:blip r:embed="rId6">
            <a:alphaModFix/>
          </a:blip>
          <a:srcRect b="0" l="0" r="0" t="0"/>
          <a:stretch/>
        </p:blipFill>
        <p:spPr>
          <a:xfrm>
            <a:off x="10162844" y="691897"/>
            <a:ext cx="1375568" cy="342859"/>
          </a:xfrm>
          <a:prstGeom prst="rect">
            <a:avLst/>
          </a:prstGeom>
          <a:noFill/>
          <a:ln>
            <a:noFill/>
          </a:ln>
        </p:spPr>
      </p:pic>
      <p:pic>
        <p:nvPicPr>
          <p:cNvPr id="257" name="Google Shape;257;p11"/>
          <p:cNvPicPr preferRelativeResize="0"/>
          <p:nvPr/>
        </p:nvPicPr>
        <p:blipFill rotWithShape="1">
          <a:blip r:embed="rId7">
            <a:alphaModFix/>
          </a:blip>
          <a:srcRect b="0" l="0" r="0" t="0"/>
          <a:stretch/>
        </p:blipFill>
        <p:spPr>
          <a:xfrm>
            <a:off x="11929516" y="0"/>
            <a:ext cx="262484"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12"/>
          <p:cNvPicPr preferRelativeResize="0"/>
          <p:nvPr/>
        </p:nvPicPr>
        <p:blipFill rotWithShape="1">
          <a:blip r:embed="rId3">
            <a:alphaModFix/>
          </a:blip>
          <a:srcRect b="0" l="0" r="10019" t="0"/>
          <a:stretch/>
        </p:blipFill>
        <p:spPr>
          <a:xfrm>
            <a:off x="2121903" y="0"/>
            <a:ext cx="10070097" cy="6858000"/>
          </a:xfrm>
          <a:prstGeom prst="rect">
            <a:avLst/>
          </a:prstGeom>
          <a:noFill/>
          <a:ln>
            <a:noFill/>
          </a:ln>
        </p:spPr>
      </p:pic>
      <p:sp>
        <p:nvSpPr>
          <p:cNvPr id="263" name="Google Shape;263;p12"/>
          <p:cNvSpPr txBox="1"/>
          <p:nvPr/>
        </p:nvSpPr>
        <p:spPr>
          <a:xfrm>
            <a:off x="919459" y="2730157"/>
            <a:ext cx="4001185"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2023</a:t>
            </a:r>
            <a:endParaRPr/>
          </a:p>
        </p:txBody>
      </p:sp>
      <p:sp>
        <p:nvSpPr>
          <p:cNvPr id="264" name="Google Shape;264;p12"/>
          <p:cNvSpPr txBox="1"/>
          <p:nvPr/>
        </p:nvSpPr>
        <p:spPr>
          <a:xfrm>
            <a:off x="919459" y="1806013"/>
            <a:ext cx="214701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Al contrario del pensamiento popular, el texto de Lorem.</a:t>
            </a:r>
            <a:endParaRPr/>
          </a:p>
        </p:txBody>
      </p:sp>
      <p:sp>
        <p:nvSpPr>
          <p:cNvPr id="265" name="Google Shape;265;p12"/>
          <p:cNvSpPr txBox="1"/>
          <p:nvPr/>
        </p:nvSpPr>
        <p:spPr>
          <a:xfrm>
            <a:off x="919459" y="3570728"/>
            <a:ext cx="4001185"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2025</a:t>
            </a:r>
            <a:endParaRPr/>
          </a:p>
        </p:txBody>
      </p:sp>
      <p:sp>
        <p:nvSpPr>
          <p:cNvPr id="266" name="Google Shape;266;p12"/>
          <p:cNvSpPr txBox="1"/>
          <p:nvPr/>
        </p:nvSpPr>
        <p:spPr>
          <a:xfrm>
            <a:off x="919459" y="4403180"/>
            <a:ext cx="2147016"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Simplemente texto aleatorio. Tiene sus raices en una pieza cl´sica de la literatura del Latin.</a:t>
            </a:r>
            <a:endParaRPr/>
          </a:p>
        </p:txBody>
      </p:sp>
      <p:sp>
        <p:nvSpPr>
          <p:cNvPr id="267" name="Google Shape;267;p12"/>
          <p:cNvSpPr txBox="1"/>
          <p:nvPr/>
        </p:nvSpPr>
        <p:spPr>
          <a:xfrm>
            <a:off x="8885824" y="2692463"/>
            <a:ext cx="1445290"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2026</a:t>
            </a:r>
            <a:endParaRPr/>
          </a:p>
        </p:txBody>
      </p:sp>
      <p:sp>
        <p:nvSpPr>
          <p:cNvPr id="268" name="Google Shape;268;p12"/>
          <p:cNvSpPr txBox="1"/>
          <p:nvPr/>
        </p:nvSpPr>
        <p:spPr>
          <a:xfrm>
            <a:off x="8885823" y="1369024"/>
            <a:ext cx="2147016"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Simplemente texto aleatorio. Tiene sus raices en una pieza cl´sica de la literatura del Latin.</a:t>
            </a:r>
            <a:endParaRPr/>
          </a:p>
        </p:txBody>
      </p:sp>
      <p:sp>
        <p:nvSpPr>
          <p:cNvPr id="269" name="Google Shape;269;p12"/>
          <p:cNvSpPr txBox="1"/>
          <p:nvPr/>
        </p:nvSpPr>
        <p:spPr>
          <a:xfrm>
            <a:off x="8885823" y="3570728"/>
            <a:ext cx="1819363"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2027</a:t>
            </a:r>
            <a:endParaRPr/>
          </a:p>
        </p:txBody>
      </p:sp>
      <p:sp>
        <p:nvSpPr>
          <p:cNvPr id="270" name="Google Shape;270;p12"/>
          <p:cNvSpPr txBox="1"/>
          <p:nvPr/>
        </p:nvSpPr>
        <p:spPr>
          <a:xfrm>
            <a:off x="8885823" y="4403180"/>
            <a:ext cx="214701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Al contrario del pensamiento popular, el texto de Lorem.</a:t>
            </a:r>
            <a:endParaRPr/>
          </a:p>
        </p:txBody>
      </p:sp>
      <p:pic>
        <p:nvPicPr>
          <p:cNvPr id="271" name="Google Shape;271;p12"/>
          <p:cNvPicPr preferRelativeResize="0"/>
          <p:nvPr/>
        </p:nvPicPr>
        <p:blipFill rotWithShape="1">
          <a:blip r:embed="rId4">
            <a:alphaModFix/>
          </a:blip>
          <a:srcRect b="0" l="-155470" r="-1" t="25391"/>
          <a:stretch/>
        </p:blipFill>
        <p:spPr>
          <a:xfrm>
            <a:off x="546786" y="3570728"/>
            <a:ext cx="97335" cy="2690995"/>
          </a:xfrm>
          <a:prstGeom prst="rect">
            <a:avLst/>
          </a:prstGeom>
          <a:noFill/>
          <a:ln>
            <a:noFill/>
          </a:ln>
        </p:spPr>
      </p:pic>
      <p:sp>
        <p:nvSpPr>
          <p:cNvPr id="272" name="Google Shape;272;p12"/>
          <p:cNvSpPr txBox="1"/>
          <p:nvPr/>
        </p:nvSpPr>
        <p:spPr>
          <a:xfrm rot="-5400000">
            <a:off x="-846256" y="4891374"/>
            <a:ext cx="25536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pic>
        <p:nvPicPr>
          <p:cNvPr id="273" name="Google Shape;273;p12"/>
          <p:cNvPicPr preferRelativeResize="0"/>
          <p:nvPr/>
        </p:nvPicPr>
        <p:blipFill rotWithShape="1">
          <a:blip r:embed="rId5">
            <a:alphaModFix/>
          </a:blip>
          <a:srcRect b="0" l="0" r="0" t="0"/>
          <a:stretch/>
        </p:blipFill>
        <p:spPr>
          <a:xfrm>
            <a:off x="2982928" y="564239"/>
            <a:ext cx="5726619" cy="5726619"/>
          </a:xfrm>
          <a:prstGeom prst="rect">
            <a:avLst/>
          </a:prstGeom>
          <a:noFill/>
          <a:ln>
            <a:noFill/>
          </a:ln>
        </p:spPr>
      </p:pic>
      <p:pic>
        <p:nvPicPr>
          <p:cNvPr id="274" name="Google Shape;274;p12"/>
          <p:cNvPicPr preferRelativeResize="0"/>
          <p:nvPr/>
        </p:nvPicPr>
        <p:blipFill rotWithShape="1">
          <a:blip r:embed="rId6">
            <a:alphaModFix/>
          </a:blip>
          <a:srcRect b="0" l="0" r="0" t="0"/>
          <a:stretch/>
        </p:blipFill>
        <p:spPr>
          <a:xfrm>
            <a:off x="3892884" y="1445211"/>
            <a:ext cx="1422068" cy="1191799"/>
          </a:xfrm>
          <a:prstGeom prst="rect">
            <a:avLst/>
          </a:prstGeom>
          <a:noFill/>
          <a:ln>
            <a:noFill/>
          </a:ln>
        </p:spPr>
      </p:pic>
      <p:pic>
        <p:nvPicPr>
          <p:cNvPr id="275" name="Google Shape;275;p12"/>
          <p:cNvPicPr preferRelativeResize="0"/>
          <p:nvPr/>
        </p:nvPicPr>
        <p:blipFill rotWithShape="1">
          <a:blip r:embed="rId7">
            <a:alphaModFix/>
          </a:blip>
          <a:srcRect b="0" l="0" r="0" t="0"/>
          <a:stretch/>
        </p:blipFill>
        <p:spPr>
          <a:xfrm>
            <a:off x="6409246" y="1537216"/>
            <a:ext cx="1452867" cy="1007788"/>
          </a:xfrm>
          <a:prstGeom prst="rect">
            <a:avLst/>
          </a:prstGeom>
          <a:noFill/>
          <a:ln>
            <a:noFill/>
          </a:ln>
        </p:spPr>
      </p:pic>
      <p:pic>
        <p:nvPicPr>
          <p:cNvPr id="276" name="Google Shape;276;p12"/>
          <p:cNvPicPr preferRelativeResize="0"/>
          <p:nvPr/>
        </p:nvPicPr>
        <p:blipFill rotWithShape="1">
          <a:blip r:embed="rId8">
            <a:alphaModFix/>
          </a:blip>
          <a:srcRect b="0" l="0" r="0" t="0"/>
          <a:stretch/>
        </p:blipFill>
        <p:spPr>
          <a:xfrm>
            <a:off x="4045997" y="3925626"/>
            <a:ext cx="930451" cy="1518629"/>
          </a:xfrm>
          <a:prstGeom prst="rect">
            <a:avLst/>
          </a:prstGeom>
          <a:noFill/>
          <a:ln>
            <a:noFill/>
          </a:ln>
        </p:spPr>
      </p:pic>
      <p:pic>
        <p:nvPicPr>
          <p:cNvPr id="277" name="Google Shape;277;p12"/>
          <p:cNvPicPr preferRelativeResize="0"/>
          <p:nvPr/>
        </p:nvPicPr>
        <p:blipFill rotWithShape="1">
          <a:blip r:embed="rId9">
            <a:alphaModFix/>
          </a:blip>
          <a:srcRect b="0" l="0" r="0" t="0"/>
          <a:stretch/>
        </p:blipFill>
        <p:spPr>
          <a:xfrm>
            <a:off x="6513892" y="4067688"/>
            <a:ext cx="1348222" cy="1218415"/>
          </a:xfrm>
          <a:prstGeom prst="rect">
            <a:avLst/>
          </a:prstGeom>
          <a:noFill/>
          <a:ln>
            <a:noFill/>
          </a:ln>
        </p:spPr>
      </p:pic>
      <p:sp>
        <p:nvSpPr>
          <p:cNvPr id="278" name="Google Shape;278;p12"/>
          <p:cNvSpPr/>
          <p:nvPr/>
        </p:nvSpPr>
        <p:spPr>
          <a:xfrm>
            <a:off x="11256708" y="1579263"/>
            <a:ext cx="944572" cy="5278737"/>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12"/>
          <p:cNvSpPr txBox="1"/>
          <p:nvPr/>
        </p:nvSpPr>
        <p:spPr>
          <a:xfrm>
            <a:off x="11382553" y="3242882"/>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280" name="Google Shape;280;p12"/>
          <p:cNvPicPr preferRelativeResize="0"/>
          <p:nvPr/>
        </p:nvPicPr>
        <p:blipFill rotWithShape="1">
          <a:blip r:embed="rId10">
            <a:alphaModFix/>
          </a:blip>
          <a:srcRect b="0" l="0" r="0" t="0"/>
          <a:stretch/>
        </p:blipFill>
        <p:spPr>
          <a:xfrm>
            <a:off x="10162845" y="691896"/>
            <a:ext cx="1375568" cy="3428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3"/>
          <p:cNvSpPr/>
          <p:nvPr/>
        </p:nvSpPr>
        <p:spPr>
          <a:xfrm>
            <a:off x="-1" y="-1"/>
            <a:ext cx="12192001" cy="6858001"/>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86" name="Google Shape;286;p13"/>
          <p:cNvPicPr preferRelativeResize="0"/>
          <p:nvPr/>
        </p:nvPicPr>
        <p:blipFill rotWithShape="1">
          <a:blip r:embed="rId3">
            <a:alphaModFix amt="80000"/>
          </a:blip>
          <a:srcRect b="0" l="0" r="0" t="0"/>
          <a:stretch/>
        </p:blipFill>
        <p:spPr>
          <a:xfrm>
            <a:off x="0" y="1485854"/>
            <a:ext cx="9577454" cy="5386214"/>
          </a:xfrm>
          <a:prstGeom prst="rect">
            <a:avLst/>
          </a:prstGeom>
          <a:noFill/>
          <a:ln>
            <a:noFill/>
          </a:ln>
        </p:spPr>
      </p:pic>
      <p:pic>
        <p:nvPicPr>
          <p:cNvPr id="287" name="Google Shape;287;p13"/>
          <p:cNvPicPr preferRelativeResize="0"/>
          <p:nvPr/>
        </p:nvPicPr>
        <p:blipFill rotWithShape="1">
          <a:blip r:embed="rId4">
            <a:alphaModFix amt="60000"/>
          </a:blip>
          <a:srcRect b="0" l="0" r="0" t="0"/>
          <a:stretch/>
        </p:blipFill>
        <p:spPr>
          <a:xfrm>
            <a:off x="5036234" y="-15290"/>
            <a:ext cx="7155766" cy="6887358"/>
          </a:xfrm>
          <a:prstGeom prst="rect">
            <a:avLst/>
          </a:prstGeom>
          <a:noFill/>
          <a:ln>
            <a:noFill/>
          </a:ln>
        </p:spPr>
      </p:pic>
      <p:sp>
        <p:nvSpPr>
          <p:cNvPr id="288" name="Google Shape;288;p13"/>
          <p:cNvSpPr txBox="1"/>
          <p:nvPr/>
        </p:nvSpPr>
        <p:spPr>
          <a:xfrm>
            <a:off x="1636637" y="5314120"/>
            <a:ext cx="4640501" cy="1351524"/>
          </a:xfrm>
          <a:prstGeom prst="rect">
            <a:avLst/>
          </a:prstGeom>
          <a:noFill/>
          <a:ln>
            <a:noFill/>
          </a:ln>
        </p:spPr>
        <p:txBody>
          <a:bodyPr anchorCtr="0" anchor="t" bIns="45700" lIns="91425" spcFirstLastPara="1" rIns="91425" wrap="square" tIns="45700">
            <a:spAutoFit/>
          </a:bodyPr>
          <a:lstStyle/>
          <a:p>
            <a:pPr indent="0" lvl="0" marL="0" marR="0" rtl="0" algn="l">
              <a:lnSpc>
                <a:spcPct val="78782"/>
              </a:lnSpc>
              <a:spcBef>
                <a:spcPts val="0"/>
              </a:spcBef>
              <a:spcAft>
                <a:spcPts val="0"/>
              </a:spcAft>
              <a:buNone/>
            </a:pPr>
            <a:r>
              <a:rPr b="1" lang="en-US" sz="11500">
                <a:solidFill>
                  <a:schemeClr val="lt1"/>
                </a:solidFill>
                <a:latin typeface="Calibri"/>
                <a:ea typeface="Calibri"/>
                <a:cs typeface="Calibri"/>
                <a:sym typeface="Calibri"/>
              </a:rPr>
              <a:t>Gracias</a:t>
            </a:r>
            <a:endParaRPr b="1" sz="11500">
              <a:solidFill>
                <a:schemeClr val="lt1"/>
              </a:solidFill>
              <a:latin typeface="Montserrat Thin"/>
              <a:ea typeface="Montserrat Thin"/>
              <a:cs typeface="Montserrat Thin"/>
              <a:sym typeface="Montserrat Thin"/>
            </a:endParaRPr>
          </a:p>
        </p:txBody>
      </p:sp>
      <p:pic>
        <p:nvPicPr>
          <p:cNvPr id="289" name="Google Shape;289;p13"/>
          <p:cNvPicPr preferRelativeResize="0"/>
          <p:nvPr/>
        </p:nvPicPr>
        <p:blipFill rotWithShape="1">
          <a:blip r:embed="rId5">
            <a:alphaModFix/>
          </a:blip>
          <a:srcRect b="0" l="0" r="0" t="0"/>
          <a:stretch/>
        </p:blipFill>
        <p:spPr>
          <a:xfrm>
            <a:off x="916072" y="2128729"/>
            <a:ext cx="67729" cy="4154054"/>
          </a:xfrm>
          <a:prstGeom prst="rect">
            <a:avLst/>
          </a:prstGeom>
          <a:noFill/>
          <a:ln>
            <a:noFill/>
          </a:ln>
        </p:spPr>
      </p:pic>
      <p:sp>
        <p:nvSpPr>
          <p:cNvPr id="290" name="Google Shape;290;p13"/>
          <p:cNvSpPr txBox="1"/>
          <p:nvPr/>
        </p:nvSpPr>
        <p:spPr>
          <a:xfrm rot="-5400000">
            <a:off x="-610752" y="2635195"/>
            <a:ext cx="25823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Presentación </a:t>
            </a:r>
            <a:r>
              <a:rPr b="1" lang="en-US" sz="1600">
                <a:solidFill>
                  <a:schemeClr val="lt1"/>
                </a:solidFill>
                <a:latin typeface="Calibri"/>
                <a:ea typeface="Calibri"/>
                <a:cs typeface="Calibri"/>
                <a:sym typeface="Calibri"/>
              </a:rPr>
              <a:t>ejecutiva</a:t>
            </a:r>
            <a:endParaRPr b="1" sz="1600">
              <a:solidFill>
                <a:schemeClr val="lt1"/>
              </a:solidFill>
              <a:latin typeface="Calibri"/>
              <a:ea typeface="Calibri"/>
              <a:cs typeface="Calibri"/>
              <a:sym typeface="Calibri"/>
            </a:endParaRPr>
          </a:p>
        </p:txBody>
      </p:sp>
      <p:pic>
        <p:nvPicPr>
          <p:cNvPr id="291" name="Google Shape;291;p13"/>
          <p:cNvPicPr preferRelativeResize="0"/>
          <p:nvPr/>
        </p:nvPicPr>
        <p:blipFill rotWithShape="1">
          <a:blip r:embed="rId6">
            <a:alphaModFix/>
          </a:blip>
          <a:srcRect b="0" l="0" r="0" t="0"/>
          <a:stretch/>
        </p:blipFill>
        <p:spPr>
          <a:xfrm>
            <a:off x="1765781" y="2128729"/>
            <a:ext cx="1731565" cy="431591"/>
          </a:xfrm>
          <a:prstGeom prst="rect">
            <a:avLst/>
          </a:prstGeom>
          <a:noFill/>
          <a:ln>
            <a:noFill/>
          </a:ln>
        </p:spPr>
      </p:pic>
      <p:sp>
        <p:nvSpPr>
          <p:cNvPr id="292" name="Google Shape;292;p13"/>
          <p:cNvSpPr txBox="1"/>
          <p:nvPr/>
        </p:nvSpPr>
        <p:spPr>
          <a:xfrm>
            <a:off x="5749558" y="1061261"/>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02E58"/>
      </a:dk2>
      <a:lt2>
        <a:srgbClr val="DCD5CB"/>
      </a:lt2>
      <a:accent1>
        <a:srgbClr val="002F87"/>
      </a:accent1>
      <a:accent2>
        <a:srgbClr val="0071A3"/>
      </a:accent2>
      <a:accent3>
        <a:srgbClr val="00B288"/>
      </a:accent3>
      <a:accent4>
        <a:srgbClr val="3E8EDE"/>
      </a:accent4>
      <a:accent5>
        <a:srgbClr val="8CC63F"/>
      </a:accent5>
      <a:accent6>
        <a:srgbClr val="4E9D2D"/>
      </a:accent6>
      <a:hlink>
        <a:srgbClr val="0071CE"/>
      </a:hlink>
      <a:folHlink>
        <a:srgbClr val="0071A3"/>
      </a:folHlink>
    </a:clrScheme>
    <a:fontScheme name="Office">
      <a:majorFont>
        <a:latin typeface="Archiv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chiv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02E58"/>
      </a:dk2>
      <a:lt2>
        <a:srgbClr val="DCD5CB"/>
      </a:lt2>
      <a:accent1>
        <a:srgbClr val="002F87"/>
      </a:accent1>
      <a:accent2>
        <a:srgbClr val="0071A3"/>
      </a:accent2>
      <a:accent3>
        <a:srgbClr val="00B288"/>
      </a:accent3>
      <a:accent4>
        <a:srgbClr val="3E8EDE"/>
      </a:accent4>
      <a:accent5>
        <a:srgbClr val="8CC63F"/>
      </a:accent5>
      <a:accent6>
        <a:srgbClr val="4E9D2D"/>
      </a:accent6>
      <a:hlink>
        <a:srgbClr val="0071CE"/>
      </a:hlink>
      <a:folHlink>
        <a:srgbClr val="0071A3"/>
      </a:folHlink>
    </a:clrScheme>
    <a:fontScheme name="Office">
      <a:majorFont>
        <a:latin typeface="Archiv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chiv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2025-08-21T14:24:04Z</dcterms:created>
  <dc:creator>Usuario de Microsoft Office</dc:creator>
</cp:coreProperties>
</file>